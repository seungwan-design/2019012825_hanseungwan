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64" r:id="rId4"/>
    <p:sldId id="267" r:id="rId5"/>
    <p:sldId id="261" r:id="rId6"/>
    <p:sldId id="269" r:id="rId7"/>
    <p:sldId id="270" r:id="rId8"/>
    <p:sldId id="271" r:id="rId9"/>
    <p:sldId id="272" r:id="rId10"/>
    <p:sldId id="27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794"/>
  </p:normalViewPr>
  <p:slideViewPr>
    <p:cSldViewPr snapToGrid="0" snapToObjects="1">
      <p:cViewPr varScale="1">
        <p:scale>
          <a:sx n="100" d="100"/>
          <a:sy n="100" d="100"/>
        </p:scale>
        <p:origin x="1116" y="90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Worksheet1.xlsx"  /></Relationships>
</file>

<file path=ppt/charts/_rels/chart2.xml.rels><?xml version="1.0" encoding="UTF-8" standalone="yes" ?><Relationships xmlns="http://schemas.openxmlformats.org/package/2006/relationships"><Relationship Id="rId1" Type="http://schemas.openxmlformats.org/officeDocument/2006/relationships/package" Target="../embeddings/Worksheet2.xlsx"  /></Relationships>
</file>

<file path=ppt/charts/_rels/chart3.xml.rels><?xml version="1.0" encoding="UTF-8" standalone="yes" ?><Relationships xmlns="http://schemas.openxmlformats.org/package/2006/relationships"><Relationship Id="rId1" Type="http://schemas.openxmlformats.org/officeDocument/2006/relationships/package" Target="../embeddings/Worksheet3.xlsx"  /></Relationships>
</file>

<file path=ppt/charts/_rels/chart4.xml.rels><?xml version="1.0" encoding="UTF-8" standalone="yes" ?><Relationships xmlns="http://schemas.openxmlformats.org/package/2006/relationships"><Relationship Id="rId1" Type="http://schemas.openxmlformats.org/officeDocument/2006/relationships/package" Target="../embeddings/Worksheet4.xlsx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 wrap="none" lIns="0" tIns="0" rIns="0" bIns="0" anchor="ctr" anchorCtr="1"/>
          <a:p>
            <a:pPr algn="l">
              <a:defRPr b="0" i="0" u="none"/>
            </a:pPr>
            <a:r>
              <a:rPr b="0" i="0" u="none"/>
              <a:t>Section 68%</a:t>
            </a:r>
            <a:endParaRPr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SU2</c:v>
                </c:pt>
              </c:strCache>
            </c:strRef>
          </c:tx>
          <c:spPr>
            <a:ln w="25400" cap="rnd" cmpd="sng">
              <a:solidFill>
                <a:schemeClr val="accent2">
                  <a:lumMod val="75000"/>
                </a:schemeClr>
              </a:solidFill>
            </a:ln>
          </c:spPr>
          <c:marker>
            <c:symbol val="none"/>
            <c:size val="7"/>
          </c:marker>
          <c:xVal>
            <c:numRef>
              <c:f>Sheet1!$A$2:$A$80</c:f>
              <c:numCache>
                <c:formatCode>General</c:formatCode>
                <c:ptCount val="79"/>
                <c:pt idx="0">
                  <c:v>0.99394185391386525</c:v>
                </c:pt>
                <c:pt idx="1">
                  <c:v>0.9865993808574699</c:v>
                </c:pt>
                <c:pt idx="2">
                  <c:v>0.97773025498736865</c:v>
                </c:pt>
                <c:pt idx="3">
                  <c:v>0.96704368529142715</c:v>
                </c:pt>
                <c:pt idx="4">
                  <c:v>0.95423676446533834</c:v>
                </c:pt>
                <c:pt idx="5">
                  <c:v>0.93895206189002045</c:v>
                </c:pt>
                <c:pt idx="6">
                  <c:v>0.92081397250813313</c:v>
                </c:pt>
                <c:pt idx="7">
                  <c:v>0.8994468912623359</c:v>
                </c:pt>
                <c:pt idx="8">
                  <c:v>0.87448127124137465</c:v>
                </c:pt>
                <c:pt idx="9">
                  <c:v>0.84559360744424983</c:v>
                </c:pt>
                <c:pt idx="10">
                  <c:v>0.81252824610612651</c:v>
                </c:pt>
                <c:pt idx="11">
                  <c:v>0.77516341849067349</c:v>
                </c:pt>
                <c:pt idx="12">
                  <c:v>0.73354092580588481</c:v>
                </c:pt>
                <c:pt idx="13">
                  <c:v>0.6879109694851181</c:v>
                </c:pt>
                <c:pt idx="14">
                  <c:v>0.63875759540065535</c:v>
                </c:pt>
                <c:pt idx="15">
                  <c:v>0.58679929967831246</c:v>
                </c:pt>
                <c:pt idx="16">
                  <c:v>0.53296419029848474</c:v>
                </c:pt>
                <c:pt idx="17">
                  <c:v>0.47833182889372183</c:v>
                </c:pt>
                <c:pt idx="18">
                  <c:v>0.42405205159117204</c:v>
                </c:pt>
                <c:pt idx="19">
                  <c:v>0.37125227937746486</c:v>
                </c:pt>
                <c:pt idx="20">
                  <c:v>0.32094664590741939</c:v>
                </c:pt>
                <c:pt idx="21">
                  <c:v>0.27396529893921856</c:v>
                </c:pt>
                <c:pt idx="22">
                  <c:v>0.23091047877528517</c:v>
                </c:pt>
                <c:pt idx="23">
                  <c:v>0.19214446255156997</c:v>
                </c:pt>
                <c:pt idx="24">
                  <c:v>0.15780380088085444</c:v>
                </c:pt>
                <c:pt idx="25">
                  <c:v>0.12783354637813735</c:v>
                </c:pt>
                <c:pt idx="26">
                  <c:v>0.10203371964111542</c:v>
                </c:pt>
                <c:pt idx="27">
                  <c:v>8.0103230809307716E-2</c:v>
                </c:pt>
                <c:pt idx="28">
                  <c:v>6.1685255078240943E-2</c:v>
                </c:pt>
                <c:pt idx="29">
                  <c:v>4.6402975761357518E-2</c:v>
                </c:pt>
                <c:pt idx="30">
                  <c:v>3.3885634318185934E-2</c:v>
                </c:pt>
                <c:pt idx="31">
                  <c:v>2.3788522236425195E-2</c:v>
                </c:pt>
                <c:pt idx="32">
                  <c:v>1.5808732211768557E-2</c:v>
                </c:pt>
                <c:pt idx="33">
                  <c:v>9.6900046647725082E-3</c:v>
                </c:pt>
                <c:pt idx="34">
                  <c:v>5.2287858869428687E-3</c:v>
                </c:pt>
                <c:pt idx="35">
                  <c:v>2.4141712153247044E-3</c:v>
                </c:pt>
                <c:pt idx="36">
                  <c:v>8.3784160371243744E-4</c:v>
                </c:pt>
                <c:pt idx="37">
                  <c:v>1.3206758467775129E-4</c:v>
                </c:pt>
                <c:pt idx="38">
                  <c:v>0</c:v>
                </c:pt>
                <c:pt idx="40">
                  <c:v>1</c:v>
                </c:pt>
                <c:pt idx="41">
                  <c:v>0.99417206346513831</c:v>
                </c:pt>
                <c:pt idx="42">
                  <c:v>0.98712038142087744</c:v>
                </c:pt>
                <c:pt idx="43">
                  <c:v>0.97858445358551371</c:v>
                </c:pt>
                <c:pt idx="44">
                  <c:v>0.96830983782342916</c:v>
                </c:pt>
                <c:pt idx="45">
                  <c:v>0.95597545239205883</c:v>
                </c:pt>
                <c:pt idx="46">
                  <c:v>0.94125415740275153</c:v>
                </c:pt>
                <c:pt idx="47">
                  <c:v>0.9237703477981668</c:v>
                </c:pt>
                <c:pt idx="48">
                  <c:v>0.9031544766670504</c:v>
                </c:pt>
                <c:pt idx="49">
                  <c:v>0.87904911339032021</c:v>
                </c:pt>
                <c:pt idx="50">
                  <c:v>0.85111681923097871</c:v>
                </c:pt>
                <c:pt idx="51">
                  <c:v>0.81911345090175502</c:v>
                </c:pt>
                <c:pt idx="52">
                  <c:v>0.78289967104266733</c:v>
                </c:pt>
                <c:pt idx="53">
                  <c:v>0.74250031805266947</c:v>
                </c:pt>
                <c:pt idx="54">
                  <c:v>0.69813954333694794</c:v>
                </c:pt>
                <c:pt idx="55">
                  <c:v>0.6502632264474425</c:v>
                </c:pt>
                <c:pt idx="56">
                  <c:v>0.59954685067275715</c:v>
                </c:pt>
                <c:pt idx="57">
                  <c:v>0.54686763556616391</c:v>
                </c:pt>
                <c:pt idx="58">
                  <c:v>0.49325061944543724</c:v>
                </c:pt>
                <c:pt idx="59">
                  <c:v>0.43979475001060175</c:v>
                </c:pt>
                <c:pt idx="60">
                  <c:v>0.38758322378185822</c:v>
                </c:pt>
                <c:pt idx="61">
                  <c:v>0.33760230694202953</c:v>
                </c:pt>
                <c:pt idx="62">
                  <c:v>0.29066881932790922</c:v>
                </c:pt>
                <c:pt idx="63">
                  <c:v>0.2473920044587955</c:v>
                </c:pt>
                <c:pt idx="64">
                  <c:v>0.20815583974991972</c:v>
                </c:pt>
                <c:pt idx="65">
                  <c:v>0.17313030466416665</c:v>
                </c:pt>
                <c:pt idx="66">
                  <c:v>0.14230161086104429</c:v>
                </c:pt>
                <c:pt idx="67">
                  <c:v>0.11550824816589626</c:v>
                </c:pt>
                <c:pt idx="68">
                  <c:v>9.248971629701877E-2</c:v>
                </c:pt>
                <c:pt idx="69">
                  <c:v>7.2921298624195011E-2</c:v>
                </c:pt>
                <c:pt idx="70">
                  <c:v>5.6451622674429172E-2</c:v>
                </c:pt>
                <c:pt idx="71">
                  <c:v>4.2729315974725422E-2</c:v>
                </c:pt>
                <c:pt idx="72">
                  <c:v>3.1422997934172185E-2</c:v>
                </c:pt>
                <c:pt idx="73">
                  <c:v>2.2237031023766122E-2</c:v>
                </c:pt>
                <c:pt idx="74">
                  <c:v>1.4922425439367035E-2</c:v>
                </c:pt>
                <c:pt idx="75">
                  <c:v>9.2810798039583836E-3</c:v>
                </c:pt>
                <c:pt idx="76">
                  <c:v>5.1603288361695534E-3</c:v>
                </c:pt>
                <c:pt idx="77">
                  <c:v>2.2560536024765813E-3</c:v>
                </c:pt>
                <c:pt idx="78">
                  <c:v>5.9672738948427818E-4</c:v>
                </c:pt>
              </c:numCache>
            </c:numRef>
          </c:xVal>
          <c:yVal>
            <c:numRef>
              <c:f>Sheet1!$B$2:$B$80</c:f>
              <c:numCache>
                <c:formatCode>General</c:formatCode>
                <c:ptCount val="79"/>
                <c:pt idx="0">
                  <c:v>0.99144234709471724</c:v>
                </c:pt>
                <c:pt idx="1">
                  <c:v>0.4325053380359275</c:v>
                </c:pt>
                <c:pt idx="2">
                  <c:v>0.19036846599353349</c:v>
                </c:pt>
                <c:pt idx="3">
                  <c:v>0.38049075070830218</c:v>
                </c:pt>
                <c:pt idx="4">
                  <c:v>0.10244658072033309</c:v>
                </c:pt>
                <c:pt idx="5">
                  <c:v>0.1185538701023835</c:v>
                </c:pt>
                <c:pt idx="6">
                  <c:v>0.12302030187426199</c:v>
                </c:pt>
                <c:pt idx="7">
                  <c:v>2.5180827942244601E-2</c:v>
                </c:pt>
                <c:pt idx="8">
                  <c:v>4.8673555687243762E-2</c:v>
                </c:pt>
                <c:pt idx="9">
                  <c:v>3.5168754109280168E-5</c:v>
                </c:pt>
                <c:pt idx="10">
                  <c:v>-1.339929531563575E-2</c:v>
                </c:pt>
                <c:pt idx="11">
                  <c:v>-3.0456141058636629E-2</c:v>
                </c:pt>
                <c:pt idx="12">
                  <c:v>-5.7166809804634913E-2</c:v>
                </c:pt>
                <c:pt idx="13">
                  <c:v>-8.0849448821823974E-2</c:v>
                </c:pt>
                <c:pt idx="14">
                  <c:v>-0.1045074697111372</c:v>
                </c:pt>
                <c:pt idx="15">
                  <c:v>-0.1285980662759941</c:v>
                </c:pt>
                <c:pt idx="16">
                  <c:v>-0.15372262421166361</c:v>
                </c:pt>
                <c:pt idx="17">
                  <c:v>-0.18129844430875039</c:v>
                </c:pt>
                <c:pt idx="18">
                  <c:v>-0.2026212599252066</c:v>
                </c:pt>
                <c:pt idx="19">
                  <c:v>-0.2255970069847994</c:v>
                </c:pt>
                <c:pt idx="20">
                  <c:v>-0.24158472260287839</c:v>
                </c:pt>
                <c:pt idx="21">
                  <c:v>-0.25994984599874438</c:v>
                </c:pt>
                <c:pt idx="22">
                  <c:v>-0.26775379253559339</c:v>
                </c:pt>
                <c:pt idx="23">
                  <c:v>-0.27264928310760572</c:v>
                </c:pt>
                <c:pt idx="24">
                  <c:v>-0.26953333149352321</c:v>
                </c:pt>
                <c:pt idx="25">
                  <c:v>-0.25597929365980687</c:v>
                </c:pt>
                <c:pt idx="26">
                  <c:v>-0.24426809854141651</c:v>
                </c:pt>
                <c:pt idx="27">
                  <c:v>-0.20957412261261171</c:v>
                </c:pt>
                <c:pt idx="28">
                  <c:v>-0.1526640447129741</c:v>
                </c:pt>
                <c:pt idx="29">
                  <c:v>-7.295758039970171E-2</c:v>
                </c:pt>
                <c:pt idx="30">
                  <c:v>-1.048028872456549E-2</c:v>
                </c:pt>
                <c:pt idx="31">
                  <c:v>0.1569229808356081</c:v>
                </c:pt>
                <c:pt idx="32">
                  <c:v>0.15966614365613199</c:v>
                </c:pt>
                <c:pt idx="33">
                  <c:v>0.44288012049816522</c:v>
                </c:pt>
                <c:pt idx="34">
                  <c:v>0.44878847118852422</c:v>
                </c:pt>
                <c:pt idx="35">
                  <c:v>0.53597181262542981</c:v>
                </c:pt>
                <c:pt idx="36">
                  <c:v>0.42490888714832298</c:v>
                </c:pt>
                <c:pt idx="37">
                  <c:v>0.61478499058432667</c:v>
                </c:pt>
                <c:pt idx="38">
                  <c:v>0.63894592465740208</c:v>
                </c:pt>
                <c:pt idx="40">
                  <c:v>-3.2671772567521268E-2</c:v>
                </c:pt>
                <c:pt idx="41">
                  <c:v>1.086433151943883</c:v>
                </c:pt>
                <c:pt idx="42">
                  <c:v>0.52067340458789291</c:v>
                </c:pt>
                <c:pt idx="43">
                  <c:v>0.28641433346597772</c:v>
                </c:pt>
                <c:pt idx="44">
                  <c:v>0.48262081264165169</c:v>
                </c:pt>
                <c:pt idx="45">
                  <c:v>0.14468425440557861</c:v>
                </c:pt>
                <c:pt idx="46">
                  <c:v>0.18642956553329421</c:v>
                </c:pt>
                <c:pt idx="47">
                  <c:v>0.1422576103720383</c:v>
                </c:pt>
                <c:pt idx="48">
                  <c:v>5.187391231118825E-2</c:v>
                </c:pt>
                <c:pt idx="49">
                  <c:v>4.9482437031757198E-2</c:v>
                </c:pt>
                <c:pt idx="50">
                  <c:v>-4.5016005259878606E-3</c:v>
                </c:pt>
                <c:pt idx="51">
                  <c:v>-2.7959159516877739E-2</c:v>
                </c:pt>
                <c:pt idx="52">
                  <c:v>-6.2899316724447582E-2</c:v>
                </c:pt>
                <c:pt idx="53">
                  <c:v>-9.7368212626953277E-2</c:v>
                </c:pt>
                <c:pt idx="54">
                  <c:v>-0.1305815840077573</c:v>
                </c:pt>
                <c:pt idx="55">
                  <c:v>-0.17517204734291339</c:v>
                </c:pt>
                <c:pt idx="56">
                  <c:v>-0.21011572142589441</c:v>
                </c:pt>
                <c:pt idx="57">
                  <c:v>-0.25091850994348108</c:v>
                </c:pt>
                <c:pt idx="58">
                  <c:v>-0.29238247103832238</c:v>
                </c:pt>
                <c:pt idx="59">
                  <c:v>-0.34388007768054152</c:v>
                </c:pt>
                <c:pt idx="60">
                  <c:v>-0.38330776791245569</c:v>
                </c:pt>
                <c:pt idx="61">
                  <c:v>-0.42774348872953122</c:v>
                </c:pt>
                <c:pt idx="62">
                  <c:v>-0.47500326050158148</c:v>
                </c:pt>
                <c:pt idx="63">
                  <c:v>-0.51193748606714795</c:v>
                </c:pt>
                <c:pt idx="64">
                  <c:v>-0.55683040068764411</c:v>
                </c:pt>
                <c:pt idx="65">
                  <c:v>-0.5795916183471701</c:v>
                </c:pt>
                <c:pt idx="66">
                  <c:v>-0.58960064576667093</c:v>
                </c:pt>
                <c:pt idx="67">
                  <c:v>-0.65479999900986574</c:v>
                </c:pt>
                <c:pt idx="68">
                  <c:v>-0.63616055933194726</c:v>
                </c:pt>
                <c:pt idx="69">
                  <c:v>-0.68486928377330025</c:v>
                </c:pt>
                <c:pt idx="70">
                  <c:v>-0.66250195615979812</c:v>
                </c:pt>
                <c:pt idx="71">
                  <c:v>-0.63039991740884704</c:v>
                </c:pt>
                <c:pt idx="72">
                  <c:v>-0.6020433509705343</c:v>
                </c:pt>
                <c:pt idx="73">
                  <c:v>-0.40273147080701072</c:v>
                </c:pt>
                <c:pt idx="74">
                  <c:v>-0.2545338578659152</c:v>
                </c:pt>
                <c:pt idx="75">
                  <c:v>-2.4618127876496119E-2</c:v>
                </c:pt>
                <c:pt idx="76">
                  <c:v>-6.770688541118608E-2</c:v>
                </c:pt>
                <c:pt idx="77">
                  <c:v>0.69767774401990001</c:v>
                </c:pt>
                <c:pt idx="78">
                  <c:v>0.72120564051900848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Exp.</c:v>
                </c:pt>
              </c:strCache>
            </c:strRef>
          </c:tx>
          <c:spPr>
            <a:ln cap="rnd" cmpd="sng">
              <a:noFill/>
            </a:ln>
          </c:spPr>
          <c:marker>
            <c:symbol val="square"/>
            <c:size val="5"/>
            <c:spPr>
              <a:noFill/>
              <a:ln w="22225" cap="rnd" cmpd="sng">
                <a:solidFill>
                  <a:schemeClr val="tx1"/>
                </a:solidFill>
              </a:ln>
            </c:spPr>
          </c:marker>
          <c:xVal>
            <c:numRef>
              <c:f>Sheet1!$A$2:$A$80</c:f>
              <c:numCache>
                <c:formatCode>General</c:formatCode>
                <c:ptCount val="23"/>
                <c:pt idx="0">
                  <c:v>0.02</c:v>
                </c:pt>
                <c:pt idx="1">
                  <c:v>0.06</c:v>
                </c:pt>
                <c:pt idx="2">
                  <c:v>0.1</c:v>
                </c:pt>
                <c:pt idx="3">
                  <c:v>0.15</c:v>
                </c:pt>
                <c:pt idx="4">
                  <c:v>0.19</c:v>
                </c:pt>
                <c:pt idx="5">
                  <c:v>0.23</c:v>
                </c:pt>
                <c:pt idx="6">
                  <c:v>0.28999999999999998</c:v>
                </c:pt>
                <c:pt idx="7">
                  <c:v>0.33</c:v>
                </c:pt>
                <c:pt idx="8">
                  <c:v>0.39</c:v>
                </c:pt>
                <c:pt idx="9">
                  <c:v>0.44</c:v>
                </c:pt>
                <c:pt idx="10">
                  <c:v>0.52</c:v>
                </c:pt>
                <c:pt idx="11">
                  <c:v>0.61</c:v>
                </c:pt>
                <c:pt idx="12">
                  <c:v>0.73</c:v>
                </c:pt>
                <c:pt idx="13">
                  <c:v>0.8</c:v>
                </c:pt>
                <c:pt idx="15">
                  <c:v>0</c:v>
                </c:pt>
                <c:pt idx="16">
                  <c:v>7.0000000000000007E-2</c:v>
                </c:pt>
                <c:pt idx="17">
                  <c:v>0.18</c:v>
                </c:pt>
                <c:pt idx="18">
                  <c:v>0.28000000000000003</c:v>
                </c:pt>
                <c:pt idx="19">
                  <c:v>0.38</c:v>
                </c:pt>
                <c:pt idx="20">
                  <c:v>0.51</c:v>
                </c:pt>
                <c:pt idx="21">
                  <c:v>0.56999999999999995</c:v>
                </c:pt>
                <c:pt idx="22">
                  <c:v>0.79</c:v>
                </c:pt>
              </c:numCache>
            </c:numRef>
          </c:xVal>
          <c:yVal>
            <c:numRef>
              <c:f>Sheet1!$C$2:$C$80</c:f>
              <c:numCache>
                <c:formatCode>General</c:formatCode>
                <c:ptCount val="23"/>
                <c:pt idx="0">
                  <c:v>-0.94159999999999999</c:v>
                </c:pt>
                <c:pt idx="1">
                  <c:v>-0.93989999999999996</c:v>
                </c:pt>
                <c:pt idx="2">
                  <c:v>-0.9083</c:v>
                </c:pt>
                <c:pt idx="3">
                  <c:v>-0.81689999999999996</c:v>
                </c:pt>
                <c:pt idx="4">
                  <c:v>-0.72560000000000002</c:v>
                </c:pt>
                <c:pt idx="5">
                  <c:v>-0.64480000000000004</c:v>
                </c:pt>
                <c:pt idx="6">
                  <c:v>-0.58340000000000003</c:v>
                </c:pt>
                <c:pt idx="7">
                  <c:v>-0.53069999999999995</c:v>
                </c:pt>
                <c:pt idx="8">
                  <c:v>-0.41830000000000001</c:v>
                </c:pt>
                <c:pt idx="9">
                  <c:v>-0.39369999999999999</c:v>
                </c:pt>
                <c:pt idx="10">
                  <c:v>-0.32350000000000001</c:v>
                </c:pt>
                <c:pt idx="11">
                  <c:v>-0.22509999999999999</c:v>
                </c:pt>
                <c:pt idx="12">
                  <c:v>-0.1338</c:v>
                </c:pt>
                <c:pt idx="13">
                  <c:v>-6.5299999999999997E-2</c:v>
                </c:pt>
                <c:pt idx="15">
                  <c:v>0.92689999999999995</c:v>
                </c:pt>
                <c:pt idx="16">
                  <c:v>2.0590000000000001E-2</c:v>
                </c:pt>
                <c:pt idx="17">
                  <c:v>-0.25230000000000002</c:v>
                </c:pt>
                <c:pt idx="18">
                  <c:v>-0.28039999999999998</c:v>
                </c:pt>
                <c:pt idx="19">
                  <c:v>-0.23350000000000001</c:v>
                </c:pt>
                <c:pt idx="20">
                  <c:v>-0.16789999999999999</c:v>
                </c:pt>
                <c:pt idx="21">
                  <c:v>-0.13639999999999999</c:v>
                </c:pt>
                <c:pt idx="22">
                  <c:v>-2.036E-2</c:v>
                </c:pt>
              </c:numCache>
            </c:numRef>
          </c:yVal>
          <c:smooth val="0"/>
        </c:ser>
        <c:dLbls>
          <c:delete val="0"/>
          <c:dLblPos val="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50010001"/>
        <c:axId val="50010002"/>
      </c:scatterChart>
      <c:valAx>
        <c:axId val="50010001"/>
        <c:scaling>
          <c:orientation val="minMax"/>
        </c:scaling>
        <c:axPos val="b"/>
        <c:crossAx val="50010002"/>
        <c:delete val="0"/>
        <c:title>
          <c:tx>
            <c:rich>
              <a:bodyPr rot="0" vert="horz" wrap="none" lIns="0" tIns="0" rIns="0" bIns="0" anchor="ctr" anchorCtr="1"/>
              <a:p>
                <a:pPr algn="l">
                  <a:defRPr b="0" i="0" u="none"/>
                </a:pPr>
                <a:r>
                  <a:rPr b="0" i="0" u="none"/>
                  <a:t>X/C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crosses val="autoZero"/>
        <c:crossBetween val="midCat"/>
      </c:valAx>
      <c:valAx>
        <c:axId val="50010002"/>
        <c:scaling>
          <c:orientation val="minMax"/>
        </c:scaling>
        <c:axPos val="l"/>
        <c:crossAx val="50010001"/>
        <c:delete val="0"/>
        <c:majorGridlines/>
        <c:title>
          <c:tx>
            <c:rich>
              <a:bodyPr vert="vert270" wrap="none" lIns="0" tIns="0" rIns="0" bIns="0" anchor="ctr" anchorCtr="1"/>
              <a:p>
                <a:pPr algn="l">
                  <a:defRPr b="0" i="0" u="none"/>
                </a:pPr>
                <a:r>
                  <a:rPr b="0" i="0" u="none"/>
                  <a:t>Cp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es val="autoZero"/>
        <c:crossBetween val="midCat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legend>
      <c:legendPos val="r"/>
      <c:layout/>
      <c:overlay val="0"/>
    </c:legend>
    <c:plotVisOnly val="0"/>
    <c:dispBlanksAs val="gap"/>
  </c:chart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2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 wrap="none" lIns="0" tIns="0" rIns="0" bIns="0" anchor="ctr" anchorCtr="1"/>
          <a:p>
            <a:pPr algn="l">
              <a:defRPr b="0" i="0" u="none"/>
            </a:pPr>
            <a:r>
              <a:rPr b="0" i="0" u="none"/>
              <a:t>Section 80%</a:t>
            </a:r>
            <a:endParaRPr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SU2</c:v>
                </c:pt>
              </c:strCache>
            </c:strRef>
          </c:tx>
          <c:spPr>
            <a:ln w="25400" cap="rnd" cmpd="sng">
              <a:solidFill>
                <a:schemeClr val="accent2">
                  <a:lumMod val="75000"/>
                </a:schemeClr>
              </a:solidFill>
            </a:ln>
          </c:spPr>
          <c:marker>
            <c:symbol val="none"/>
            <c:size val="7"/>
          </c:marker>
          <c:xVal>
            <c:numRef>
              <c:f>Sheet1!$A$2:$A$80</c:f>
              <c:numCache>
                <c:formatCode>General</c:formatCode>
                <c:ptCount val="79"/>
                <c:pt idx="0">
                  <c:v>0.99394185391386525</c:v>
                </c:pt>
                <c:pt idx="1">
                  <c:v>0.9865993808574699</c:v>
                </c:pt>
                <c:pt idx="2">
                  <c:v>0.97773025498736865</c:v>
                </c:pt>
                <c:pt idx="3">
                  <c:v>0.96704368529142715</c:v>
                </c:pt>
                <c:pt idx="4">
                  <c:v>0.95423676446533834</c:v>
                </c:pt>
                <c:pt idx="5">
                  <c:v>0.93895206189002045</c:v>
                </c:pt>
                <c:pt idx="6">
                  <c:v>0.92081397250813313</c:v>
                </c:pt>
                <c:pt idx="7">
                  <c:v>0.8994468912623359</c:v>
                </c:pt>
                <c:pt idx="8">
                  <c:v>0.87448127124137465</c:v>
                </c:pt>
                <c:pt idx="9">
                  <c:v>0.84559360744424983</c:v>
                </c:pt>
                <c:pt idx="10">
                  <c:v>0.81252824610612651</c:v>
                </c:pt>
                <c:pt idx="11">
                  <c:v>0.77516341849067349</c:v>
                </c:pt>
                <c:pt idx="12">
                  <c:v>0.73354092580588481</c:v>
                </c:pt>
                <c:pt idx="13">
                  <c:v>0.6879109694851181</c:v>
                </c:pt>
                <c:pt idx="14">
                  <c:v>0.63875759540065535</c:v>
                </c:pt>
                <c:pt idx="15">
                  <c:v>0.58679929967831246</c:v>
                </c:pt>
                <c:pt idx="16">
                  <c:v>0.53296419029848474</c:v>
                </c:pt>
                <c:pt idx="17">
                  <c:v>0.47833182889372183</c:v>
                </c:pt>
                <c:pt idx="18">
                  <c:v>0.42405205159117204</c:v>
                </c:pt>
                <c:pt idx="19">
                  <c:v>0.37125227937746486</c:v>
                </c:pt>
                <c:pt idx="20">
                  <c:v>0.32094664590741939</c:v>
                </c:pt>
                <c:pt idx="21">
                  <c:v>0.27396529893921856</c:v>
                </c:pt>
                <c:pt idx="22">
                  <c:v>0.23091047877528517</c:v>
                </c:pt>
                <c:pt idx="23">
                  <c:v>0.19214446255156997</c:v>
                </c:pt>
                <c:pt idx="24">
                  <c:v>0.15780380088085444</c:v>
                </c:pt>
                <c:pt idx="25">
                  <c:v>0.12783354637813735</c:v>
                </c:pt>
                <c:pt idx="26">
                  <c:v>0.10203371964111542</c:v>
                </c:pt>
                <c:pt idx="27">
                  <c:v>8.0103230809307716E-2</c:v>
                </c:pt>
                <c:pt idx="28">
                  <c:v>6.1685255078240943E-2</c:v>
                </c:pt>
                <c:pt idx="29">
                  <c:v>4.6402975761357518E-2</c:v>
                </c:pt>
                <c:pt idx="30">
                  <c:v>3.3885634318185934E-2</c:v>
                </c:pt>
                <c:pt idx="31">
                  <c:v>2.3788522236425195E-2</c:v>
                </c:pt>
                <c:pt idx="32">
                  <c:v>1.5808732211768557E-2</c:v>
                </c:pt>
                <c:pt idx="33">
                  <c:v>9.6900046647725082E-3</c:v>
                </c:pt>
                <c:pt idx="34">
                  <c:v>5.2287858869428687E-3</c:v>
                </c:pt>
                <c:pt idx="35">
                  <c:v>2.4141712153247044E-3</c:v>
                </c:pt>
                <c:pt idx="36">
                  <c:v>8.3784160371243744E-4</c:v>
                </c:pt>
                <c:pt idx="37">
                  <c:v>1.3206758467775129E-4</c:v>
                </c:pt>
                <c:pt idx="38">
                  <c:v>0</c:v>
                </c:pt>
                <c:pt idx="40">
                  <c:v>1</c:v>
                </c:pt>
                <c:pt idx="41">
                  <c:v>0.99417206346513831</c:v>
                </c:pt>
                <c:pt idx="42">
                  <c:v>0.98712038142087744</c:v>
                </c:pt>
                <c:pt idx="43">
                  <c:v>0.97858445358551371</c:v>
                </c:pt>
                <c:pt idx="44">
                  <c:v>0.96830983782342916</c:v>
                </c:pt>
                <c:pt idx="45">
                  <c:v>0.95597545239205883</c:v>
                </c:pt>
                <c:pt idx="46">
                  <c:v>0.94125415740275153</c:v>
                </c:pt>
                <c:pt idx="47">
                  <c:v>0.9237703477981668</c:v>
                </c:pt>
                <c:pt idx="48">
                  <c:v>0.9031544766670504</c:v>
                </c:pt>
                <c:pt idx="49">
                  <c:v>0.87904911339032021</c:v>
                </c:pt>
                <c:pt idx="50">
                  <c:v>0.85111681923097871</c:v>
                </c:pt>
                <c:pt idx="51">
                  <c:v>0.81911345090175502</c:v>
                </c:pt>
                <c:pt idx="52">
                  <c:v>0.78289967104266733</c:v>
                </c:pt>
                <c:pt idx="53">
                  <c:v>0.74250031805266947</c:v>
                </c:pt>
                <c:pt idx="54">
                  <c:v>0.69813954333694794</c:v>
                </c:pt>
                <c:pt idx="55">
                  <c:v>0.6502632264474425</c:v>
                </c:pt>
                <c:pt idx="56">
                  <c:v>0.59954685067275715</c:v>
                </c:pt>
                <c:pt idx="57">
                  <c:v>0.54686763556616391</c:v>
                </c:pt>
                <c:pt idx="58">
                  <c:v>0.49325061944543724</c:v>
                </c:pt>
                <c:pt idx="59">
                  <c:v>0.43979475001060175</c:v>
                </c:pt>
                <c:pt idx="60">
                  <c:v>0.38758322378185822</c:v>
                </c:pt>
                <c:pt idx="61">
                  <c:v>0.33760230694202953</c:v>
                </c:pt>
                <c:pt idx="62">
                  <c:v>0.29066881932790922</c:v>
                </c:pt>
                <c:pt idx="63">
                  <c:v>0.2473920044587955</c:v>
                </c:pt>
                <c:pt idx="64">
                  <c:v>0.20815583974991972</c:v>
                </c:pt>
                <c:pt idx="65">
                  <c:v>0.17313030466416665</c:v>
                </c:pt>
                <c:pt idx="66">
                  <c:v>0.14230161086104429</c:v>
                </c:pt>
                <c:pt idx="67">
                  <c:v>0.11550824816589626</c:v>
                </c:pt>
                <c:pt idx="68">
                  <c:v>9.248971629701877E-2</c:v>
                </c:pt>
                <c:pt idx="69">
                  <c:v>7.2921298624195011E-2</c:v>
                </c:pt>
                <c:pt idx="70">
                  <c:v>5.6451622674429172E-2</c:v>
                </c:pt>
                <c:pt idx="71">
                  <c:v>4.2729315974725422E-2</c:v>
                </c:pt>
                <c:pt idx="72">
                  <c:v>3.1422997934172185E-2</c:v>
                </c:pt>
                <c:pt idx="73">
                  <c:v>2.2237031023766122E-2</c:v>
                </c:pt>
                <c:pt idx="74">
                  <c:v>1.4922425439367035E-2</c:v>
                </c:pt>
                <c:pt idx="75">
                  <c:v>9.2810798039583836E-3</c:v>
                </c:pt>
                <c:pt idx="76">
                  <c:v>5.1603288361695534E-3</c:v>
                </c:pt>
                <c:pt idx="77">
                  <c:v>2.2560536024765813E-3</c:v>
                </c:pt>
                <c:pt idx="78">
                  <c:v>5.9672738948427818E-4</c:v>
                </c:pt>
              </c:numCache>
            </c:numRef>
          </c:xVal>
          <c:yVal>
            <c:numRef>
              <c:f>Sheet1!$B$2:$B$80</c:f>
              <c:numCache>
                <c:formatCode>General</c:formatCode>
                <c:ptCount val="79"/>
                <c:pt idx="0">
                  <c:v>0.98179111337314262</c:v>
                </c:pt>
                <c:pt idx="1">
                  <c:v>0.44078941285517609</c:v>
                </c:pt>
                <c:pt idx="2">
                  <c:v>0.21245219285046499</c:v>
                </c:pt>
                <c:pt idx="3">
                  <c:v>0.39442013460222508</c:v>
                </c:pt>
                <c:pt idx="4">
                  <c:v>0.1663507902662196</c:v>
                </c:pt>
                <c:pt idx="5">
                  <c:v>0.13101798956394209</c:v>
                </c:pt>
                <c:pt idx="6">
                  <c:v>0.14540291297343641</c:v>
                </c:pt>
                <c:pt idx="7">
                  <c:v>7.4174772664599375E-2</c:v>
                </c:pt>
                <c:pt idx="8">
                  <c:v>6.2575756209643965E-2</c:v>
                </c:pt>
                <c:pt idx="9">
                  <c:v>2.8528758717153609E-2</c:v>
                </c:pt>
                <c:pt idx="10">
                  <c:v>-3.1073577569857452E-3</c:v>
                </c:pt>
                <c:pt idx="11">
                  <c:v>-2.7135805239884139E-2</c:v>
                </c:pt>
                <c:pt idx="12">
                  <c:v>-5.5217211590299353E-2</c:v>
                </c:pt>
                <c:pt idx="13">
                  <c:v>-8.4016524732845446E-2</c:v>
                </c:pt>
                <c:pt idx="14">
                  <c:v>-0.1101156511348387</c:v>
                </c:pt>
                <c:pt idx="15">
                  <c:v>-0.13733449783202181</c:v>
                </c:pt>
                <c:pt idx="16">
                  <c:v>-0.16574003374157059</c:v>
                </c:pt>
                <c:pt idx="17">
                  <c:v>-0.19410003078743959</c:v>
                </c:pt>
                <c:pt idx="18">
                  <c:v>-0.21883299127903399</c:v>
                </c:pt>
                <c:pt idx="19">
                  <c:v>-0.24663848569068231</c:v>
                </c:pt>
                <c:pt idx="20">
                  <c:v>-0.26702918159255762</c:v>
                </c:pt>
                <c:pt idx="21">
                  <c:v>-0.28002115152478252</c:v>
                </c:pt>
                <c:pt idx="22">
                  <c:v>-0.28808956666619751</c:v>
                </c:pt>
                <c:pt idx="23">
                  <c:v>-0.29285239605578389</c:v>
                </c:pt>
                <c:pt idx="24">
                  <c:v>-0.28965663932812569</c:v>
                </c:pt>
                <c:pt idx="25">
                  <c:v>-0.25445241894682652</c:v>
                </c:pt>
                <c:pt idx="26">
                  <c:v>-0.24539822134457501</c:v>
                </c:pt>
                <c:pt idx="27">
                  <c:v>-0.21396569037865201</c:v>
                </c:pt>
                <c:pt idx="28">
                  <c:v>-0.13929266897025999</c:v>
                </c:pt>
                <c:pt idx="29">
                  <c:v>-9.0153556302892457E-2</c:v>
                </c:pt>
                <c:pt idx="30">
                  <c:v>6.2066792439103201E-2</c:v>
                </c:pt>
                <c:pt idx="31">
                  <c:v>8.7729281501106163E-2</c:v>
                </c:pt>
                <c:pt idx="32">
                  <c:v>0.38107992630068283</c:v>
                </c:pt>
                <c:pt idx="33">
                  <c:v>0.42436863436351868</c:v>
                </c:pt>
                <c:pt idx="34">
                  <c:v>0.70879901939519663</c:v>
                </c:pt>
                <c:pt idx="35">
                  <c:v>0.555681287163037</c:v>
                </c:pt>
                <c:pt idx="36">
                  <c:v>0.54017128594497887</c:v>
                </c:pt>
                <c:pt idx="37">
                  <c:v>0.69971803422607448</c:v>
                </c:pt>
                <c:pt idx="38">
                  <c:v>0.80215368993912184</c:v>
                </c:pt>
                <c:pt idx="40">
                  <c:v>-4.8820340621607942E-2</c:v>
                </c:pt>
                <c:pt idx="41">
                  <c:v>0.94190442630286864</c:v>
                </c:pt>
                <c:pt idx="42">
                  <c:v>0.55067201215824102</c:v>
                </c:pt>
                <c:pt idx="43">
                  <c:v>0.20604996436839959</c:v>
                </c:pt>
                <c:pt idx="44">
                  <c:v>0.39259858005502651</c:v>
                </c:pt>
                <c:pt idx="45">
                  <c:v>0.19016493721415351</c:v>
                </c:pt>
                <c:pt idx="46">
                  <c:v>0.1656811010944555</c:v>
                </c:pt>
                <c:pt idx="47">
                  <c:v>0.14880493396599839</c:v>
                </c:pt>
                <c:pt idx="48">
                  <c:v>5.8986222248988023E-2</c:v>
                </c:pt>
                <c:pt idx="49">
                  <c:v>5.3735859142356943E-2</c:v>
                </c:pt>
                <c:pt idx="50">
                  <c:v>9.4827986721806364E-3</c:v>
                </c:pt>
                <c:pt idx="51">
                  <c:v>-2.4805286922144829E-2</c:v>
                </c:pt>
                <c:pt idx="52">
                  <c:v>-6.0336315619264433E-2</c:v>
                </c:pt>
                <c:pt idx="53">
                  <c:v>-9.4782447858126465E-2</c:v>
                </c:pt>
                <c:pt idx="54">
                  <c:v>-0.13151623830773479</c:v>
                </c:pt>
                <c:pt idx="55">
                  <c:v>-0.16710619965196949</c:v>
                </c:pt>
                <c:pt idx="56">
                  <c:v>-0.21056902689946411</c:v>
                </c:pt>
                <c:pt idx="57">
                  <c:v>-0.25425954846535848</c:v>
                </c:pt>
                <c:pt idx="58">
                  <c:v>-0.30023772824199951</c:v>
                </c:pt>
                <c:pt idx="59">
                  <c:v>-0.35182522452133669</c:v>
                </c:pt>
                <c:pt idx="60">
                  <c:v>-0.40651472104428599</c:v>
                </c:pt>
                <c:pt idx="61">
                  <c:v>-0.46216589121788842</c:v>
                </c:pt>
                <c:pt idx="62">
                  <c:v>-0.51889124282300081</c:v>
                </c:pt>
                <c:pt idx="63">
                  <c:v>-0.58103839796271572</c:v>
                </c:pt>
                <c:pt idx="64">
                  <c:v>-0.62571470198944656</c:v>
                </c:pt>
                <c:pt idx="65">
                  <c:v>-0.68514559784848617</c:v>
                </c:pt>
                <c:pt idx="66">
                  <c:v>-0.69639101842075024</c:v>
                </c:pt>
                <c:pt idx="67">
                  <c:v>-0.74329069049773855</c:v>
                </c:pt>
                <c:pt idx="68">
                  <c:v>-0.76283222052981703</c:v>
                </c:pt>
                <c:pt idx="69">
                  <c:v>-0.76166160385757298</c:v>
                </c:pt>
                <c:pt idx="70">
                  <c:v>-0.78497482330502732</c:v>
                </c:pt>
                <c:pt idx="71">
                  <c:v>-0.65987688601948047</c:v>
                </c:pt>
                <c:pt idx="72">
                  <c:v>-0.53642906285316072</c:v>
                </c:pt>
                <c:pt idx="73">
                  <c:v>-0.3583962146746868</c:v>
                </c:pt>
                <c:pt idx="74">
                  <c:v>-0.3210275588902462</c:v>
                </c:pt>
                <c:pt idx="75">
                  <c:v>0.15359990843582991</c:v>
                </c:pt>
                <c:pt idx="76">
                  <c:v>0.31137867730346808</c:v>
                </c:pt>
                <c:pt idx="77">
                  <c:v>0.65833124341104887</c:v>
                </c:pt>
                <c:pt idx="78">
                  <c:v>0.77276772908211011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Exp.</c:v>
                </c:pt>
              </c:strCache>
            </c:strRef>
          </c:tx>
          <c:spPr>
            <a:ln cap="rnd" cmpd="sng">
              <a:noFill/>
            </a:ln>
          </c:spPr>
          <c:marker>
            <c:symbol val="square"/>
            <c:size val="5"/>
            <c:spPr>
              <a:noFill/>
              <a:ln w="25400" cap="rnd" cmpd="sng">
                <a:solidFill>
                  <a:schemeClr val="tx1"/>
                </a:solidFill>
              </a:ln>
            </c:spPr>
          </c:marker>
          <c:xVal>
            <c:numRef>
              <c:f>Sheet1!$A$2:$A$80</c:f>
              <c:numCache>
                <c:formatCode>General</c:formatCode>
                <c:ptCount val="26"/>
                <c:pt idx="0">
                  <c:v>0</c:v>
                </c:pt>
                <c:pt idx="1">
                  <c:v>0.01</c:v>
                </c:pt>
                <c:pt idx="2">
                  <c:v>0.04</c:v>
                </c:pt>
                <c:pt idx="3">
                  <c:v>7.0000000000000007E-2</c:v>
                </c:pt>
                <c:pt idx="4">
                  <c:v>0.09</c:v>
                </c:pt>
                <c:pt idx="5">
                  <c:v>0.13</c:v>
                </c:pt>
                <c:pt idx="6">
                  <c:v>0.17</c:v>
                </c:pt>
                <c:pt idx="7">
                  <c:v>0.21</c:v>
                </c:pt>
                <c:pt idx="8">
                  <c:v>0.24</c:v>
                </c:pt>
                <c:pt idx="9">
                  <c:v>0.3</c:v>
                </c:pt>
                <c:pt idx="10">
                  <c:v>0.35</c:v>
                </c:pt>
                <c:pt idx="11">
                  <c:v>0.42</c:v>
                </c:pt>
                <c:pt idx="12">
                  <c:v>0.5</c:v>
                </c:pt>
                <c:pt idx="13">
                  <c:v>0.56000000000000005</c:v>
                </c:pt>
                <c:pt idx="14">
                  <c:v>0.65</c:v>
                </c:pt>
                <c:pt idx="15">
                  <c:v>0.76</c:v>
                </c:pt>
                <c:pt idx="16">
                  <c:v>0.9</c:v>
                </c:pt>
                <c:pt idx="17">
                  <c:v>0.01</c:v>
                </c:pt>
                <c:pt idx="18">
                  <c:v>0.02</c:v>
                </c:pt>
                <c:pt idx="19">
                  <c:v>0.11</c:v>
                </c:pt>
                <c:pt idx="20">
                  <c:v>0.14000000000000001</c:v>
                </c:pt>
                <c:pt idx="21">
                  <c:v>0.24</c:v>
                </c:pt>
                <c:pt idx="22">
                  <c:v>0.34</c:v>
                </c:pt>
                <c:pt idx="23">
                  <c:v>0.56999999999999995</c:v>
                </c:pt>
                <c:pt idx="24">
                  <c:v>0.74</c:v>
                </c:pt>
                <c:pt idx="25">
                  <c:v>0.9</c:v>
                </c:pt>
              </c:numCache>
            </c:numRef>
          </c:xVal>
          <c:yVal>
            <c:numRef>
              <c:f>Sheet1!$C$2:$C$80</c:f>
              <c:numCache>
                <c:formatCode>General</c:formatCode>
                <c:ptCount val="26"/>
                <c:pt idx="0">
                  <c:v>0.18529999999999999</c:v>
                </c:pt>
                <c:pt idx="1">
                  <c:v>-0.48320000000000002</c:v>
                </c:pt>
                <c:pt idx="2">
                  <c:v>-1.1519999999999999</c:v>
                </c:pt>
                <c:pt idx="3">
                  <c:v>-1.091</c:v>
                </c:pt>
                <c:pt idx="4">
                  <c:v>-1.095</c:v>
                </c:pt>
                <c:pt idx="5">
                  <c:v>-1.1659999999999999</c:v>
                </c:pt>
                <c:pt idx="6">
                  <c:v>-1.17</c:v>
                </c:pt>
                <c:pt idx="7">
                  <c:v>-1.0609999999999999</c:v>
                </c:pt>
                <c:pt idx="8">
                  <c:v>-0.78390000000000004</c:v>
                </c:pt>
                <c:pt idx="9">
                  <c:v>-0.432</c:v>
                </c:pt>
                <c:pt idx="10">
                  <c:v>-0.499</c:v>
                </c:pt>
                <c:pt idx="11">
                  <c:v>-0.41620000000000001</c:v>
                </c:pt>
                <c:pt idx="12">
                  <c:v>-0.32300000000000001</c:v>
                </c:pt>
                <c:pt idx="13">
                  <c:v>-0.2586</c:v>
                </c:pt>
                <c:pt idx="14">
                  <c:v>-0.17460000000000001</c:v>
                </c:pt>
                <c:pt idx="15">
                  <c:v>-7.4759999999999993E-2</c:v>
                </c:pt>
                <c:pt idx="16">
                  <c:v>8.0210000000000004E-2</c:v>
                </c:pt>
                <c:pt idx="17">
                  <c:v>0.51749999999999996</c:v>
                </c:pt>
                <c:pt idx="18">
                  <c:v>0.36909999999999998</c:v>
                </c:pt>
                <c:pt idx="19">
                  <c:v>-0.16009999999999999</c:v>
                </c:pt>
                <c:pt idx="20">
                  <c:v>-0.25340000000000001</c:v>
                </c:pt>
                <c:pt idx="21">
                  <c:v>-0.30199999999999999</c:v>
                </c:pt>
                <c:pt idx="22">
                  <c:v>-0.28620000000000001</c:v>
                </c:pt>
                <c:pt idx="23">
                  <c:v>-0.16009999999999999</c:v>
                </c:pt>
                <c:pt idx="24">
                  <c:v>-6.5570000000000003E-2</c:v>
                </c:pt>
                <c:pt idx="25">
                  <c:v>6.4449999999999993E-2</c:v>
                </c:pt>
              </c:numCache>
            </c:numRef>
          </c:yVal>
          <c:smooth val="0"/>
        </c:ser>
        <c:dLbls>
          <c:delete val="0"/>
          <c:dLblPos val="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50010001"/>
        <c:axId val="50010002"/>
      </c:scatterChart>
      <c:valAx>
        <c:axId val="50010001"/>
        <c:scaling>
          <c:orientation val="minMax"/>
        </c:scaling>
        <c:axPos val="b"/>
        <c:crossAx val="50010002"/>
        <c:delete val="0"/>
        <c:title>
          <c:tx>
            <c:rich>
              <a:bodyPr rot="0" vert="horz" wrap="none" lIns="0" tIns="0" rIns="0" bIns="0" anchor="ctr" anchorCtr="1"/>
              <a:p>
                <a:pPr algn="l">
                  <a:defRPr b="0" i="0" u="none"/>
                </a:pPr>
                <a:r>
                  <a:rPr b="0" i="0" u="none"/>
                  <a:t>X/C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crosses val="autoZero"/>
        <c:crossBetween val="midCat"/>
      </c:valAx>
      <c:valAx>
        <c:axId val="50010002"/>
        <c:scaling>
          <c:orientation val="minMax"/>
        </c:scaling>
        <c:axPos val="l"/>
        <c:crossAx val="50010001"/>
        <c:delete val="0"/>
        <c:majorGridlines/>
        <c:title>
          <c:tx>
            <c:rich>
              <a:bodyPr vert="vert270" wrap="none" lIns="0" tIns="0" rIns="0" bIns="0" anchor="ctr" anchorCtr="1"/>
              <a:p>
                <a:pPr algn="l">
                  <a:defRPr b="0" i="0" u="none"/>
                </a:pPr>
                <a:r>
                  <a:rPr b="0" i="0" u="none"/>
                  <a:t>Cp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es val="autoZero"/>
        <c:crossBetween val="midCat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legend>
      <c:legendPos val="r"/>
      <c:layout/>
      <c:overlay val="0"/>
    </c:legend>
    <c:plotVisOnly val="0"/>
    <c:dispBlanksAs val="gap"/>
  </c:chart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3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 wrap="none" lIns="0" tIns="0" rIns="0" bIns="0" anchor="ctr" anchorCtr="1"/>
          <a:p>
            <a:pPr algn="l">
              <a:defRPr b="0" i="0" u="none"/>
            </a:pPr>
            <a:r>
              <a:rPr b="0" i="0" u="none"/>
              <a:t>Section 89%</a:t>
            </a:r>
            <a:endParaRPr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SU2</c:v>
                </c:pt>
              </c:strCache>
            </c:strRef>
          </c:tx>
          <c:spPr>
            <a:ln w="25400" cap="rnd" cmpd="sng">
              <a:solidFill>
                <a:schemeClr val="accent2">
                  <a:lumMod val="75000"/>
                </a:schemeClr>
              </a:solidFill>
            </a:ln>
          </c:spPr>
          <c:marker>
            <c:symbol val="none"/>
            <c:size val="7"/>
          </c:marker>
          <c:xVal>
            <c:numRef>
              <c:f>Sheet1!$A$2:$A$80</c:f>
              <c:numCache>
                <c:formatCode>General</c:formatCode>
                <c:ptCount val="79"/>
                <c:pt idx="0">
                  <c:v>0.99394185391386525</c:v>
                </c:pt>
                <c:pt idx="1">
                  <c:v>0.9865993808574699</c:v>
                </c:pt>
                <c:pt idx="2">
                  <c:v>0.97773025498736865</c:v>
                </c:pt>
                <c:pt idx="3">
                  <c:v>0.96704368529142715</c:v>
                </c:pt>
                <c:pt idx="4">
                  <c:v>0.95423676446533834</c:v>
                </c:pt>
                <c:pt idx="5">
                  <c:v>0.93895206189002045</c:v>
                </c:pt>
                <c:pt idx="6">
                  <c:v>0.92081397250813313</c:v>
                </c:pt>
                <c:pt idx="7">
                  <c:v>0.8994468912623359</c:v>
                </c:pt>
                <c:pt idx="8">
                  <c:v>0.87448127124137465</c:v>
                </c:pt>
                <c:pt idx="9">
                  <c:v>0.84559360744424983</c:v>
                </c:pt>
                <c:pt idx="10">
                  <c:v>0.81252824610612651</c:v>
                </c:pt>
                <c:pt idx="11">
                  <c:v>0.77516341849067349</c:v>
                </c:pt>
                <c:pt idx="12">
                  <c:v>0.73354092580588481</c:v>
                </c:pt>
                <c:pt idx="13">
                  <c:v>0.6879109694851181</c:v>
                </c:pt>
                <c:pt idx="14">
                  <c:v>0.63875759540065535</c:v>
                </c:pt>
                <c:pt idx="15">
                  <c:v>0.58679929967831246</c:v>
                </c:pt>
                <c:pt idx="16">
                  <c:v>0.53296419029848474</c:v>
                </c:pt>
                <c:pt idx="17">
                  <c:v>0.47833182889372183</c:v>
                </c:pt>
                <c:pt idx="18">
                  <c:v>0.42405205159117204</c:v>
                </c:pt>
                <c:pt idx="19">
                  <c:v>0.37125227937746486</c:v>
                </c:pt>
                <c:pt idx="20">
                  <c:v>0.32094664590741939</c:v>
                </c:pt>
                <c:pt idx="21">
                  <c:v>0.27396529893921856</c:v>
                </c:pt>
                <c:pt idx="22">
                  <c:v>0.23091047877528517</c:v>
                </c:pt>
                <c:pt idx="23">
                  <c:v>0.19214446255156997</c:v>
                </c:pt>
                <c:pt idx="24">
                  <c:v>0.15780380088085444</c:v>
                </c:pt>
                <c:pt idx="25">
                  <c:v>0.12783354637813735</c:v>
                </c:pt>
                <c:pt idx="26">
                  <c:v>0.10203371964111542</c:v>
                </c:pt>
                <c:pt idx="27">
                  <c:v>8.0103230809307716E-2</c:v>
                </c:pt>
                <c:pt idx="28">
                  <c:v>6.1685255078240943E-2</c:v>
                </c:pt>
                <c:pt idx="29">
                  <c:v>4.6402975761357518E-2</c:v>
                </c:pt>
                <c:pt idx="30">
                  <c:v>3.3885634318185934E-2</c:v>
                </c:pt>
                <c:pt idx="31">
                  <c:v>2.3788522236425195E-2</c:v>
                </c:pt>
                <c:pt idx="32">
                  <c:v>1.5808732211768557E-2</c:v>
                </c:pt>
                <c:pt idx="33">
                  <c:v>9.6900046647725082E-3</c:v>
                </c:pt>
                <c:pt idx="34">
                  <c:v>5.2287858869428687E-3</c:v>
                </c:pt>
                <c:pt idx="35">
                  <c:v>2.4141712153247044E-3</c:v>
                </c:pt>
                <c:pt idx="36">
                  <c:v>8.3784160371243744E-4</c:v>
                </c:pt>
                <c:pt idx="37">
                  <c:v>1.3206758467775129E-4</c:v>
                </c:pt>
                <c:pt idx="38">
                  <c:v>0</c:v>
                </c:pt>
                <c:pt idx="40">
                  <c:v>1</c:v>
                </c:pt>
                <c:pt idx="41">
                  <c:v>0.99417206346513831</c:v>
                </c:pt>
                <c:pt idx="42">
                  <c:v>0.98712038142087744</c:v>
                </c:pt>
                <c:pt idx="43">
                  <c:v>0.97858445358551371</c:v>
                </c:pt>
                <c:pt idx="44">
                  <c:v>0.96830983782342916</c:v>
                </c:pt>
                <c:pt idx="45">
                  <c:v>0.95597545239205883</c:v>
                </c:pt>
                <c:pt idx="46">
                  <c:v>0.94125415740275153</c:v>
                </c:pt>
                <c:pt idx="47">
                  <c:v>0.9237703477981668</c:v>
                </c:pt>
                <c:pt idx="48">
                  <c:v>0.9031544766670504</c:v>
                </c:pt>
                <c:pt idx="49">
                  <c:v>0.87904911339032021</c:v>
                </c:pt>
                <c:pt idx="50">
                  <c:v>0.85111681923097871</c:v>
                </c:pt>
                <c:pt idx="51">
                  <c:v>0.81911345090175502</c:v>
                </c:pt>
                <c:pt idx="52">
                  <c:v>0.78289967104266733</c:v>
                </c:pt>
                <c:pt idx="53">
                  <c:v>0.74250031805266947</c:v>
                </c:pt>
                <c:pt idx="54">
                  <c:v>0.69813954333694794</c:v>
                </c:pt>
                <c:pt idx="55">
                  <c:v>0.6502632264474425</c:v>
                </c:pt>
                <c:pt idx="56">
                  <c:v>0.59954685067275715</c:v>
                </c:pt>
                <c:pt idx="57">
                  <c:v>0.54686763556616391</c:v>
                </c:pt>
                <c:pt idx="58">
                  <c:v>0.49325061944543724</c:v>
                </c:pt>
                <c:pt idx="59">
                  <c:v>0.43979475001060175</c:v>
                </c:pt>
                <c:pt idx="60">
                  <c:v>0.38758322378185822</c:v>
                </c:pt>
                <c:pt idx="61">
                  <c:v>0.33760230694202953</c:v>
                </c:pt>
                <c:pt idx="62">
                  <c:v>0.29066881932790922</c:v>
                </c:pt>
                <c:pt idx="63">
                  <c:v>0.2473920044587955</c:v>
                </c:pt>
                <c:pt idx="64">
                  <c:v>0.20815583974991972</c:v>
                </c:pt>
                <c:pt idx="65">
                  <c:v>0.17313030466416665</c:v>
                </c:pt>
                <c:pt idx="66">
                  <c:v>0.14230161086104429</c:v>
                </c:pt>
                <c:pt idx="67">
                  <c:v>0.11550824816589626</c:v>
                </c:pt>
                <c:pt idx="68">
                  <c:v>9.248971629701877E-2</c:v>
                </c:pt>
                <c:pt idx="69">
                  <c:v>7.2921298624195011E-2</c:v>
                </c:pt>
                <c:pt idx="70">
                  <c:v>5.6451622674429172E-2</c:v>
                </c:pt>
                <c:pt idx="71">
                  <c:v>4.2729315974725422E-2</c:v>
                </c:pt>
                <c:pt idx="72">
                  <c:v>3.1422997934172185E-2</c:v>
                </c:pt>
                <c:pt idx="73">
                  <c:v>2.2237031023766122E-2</c:v>
                </c:pt>
                <c:pt idx="74">
                  <c:v>1.4922425439367035E-2</c:v>
                </c:pt>
                <c:pt idx="75">
                  <c:v>9.2810798039583836E-3</c:v>
                </c:pt>
                <c:pt idx="76">
                  <c:v>5.1603288361695534E-3</c:v>
                </c:pt>
                <c:pt idx="77">
                  <c:v>2.2560536024765813E-3</c:v>
                </c:pt>
                <c:pt idx="78">
                  <c:v>5.9672738948427818E-4</c:v>
                </c:pt>
              </c:numCache>
            </c:numRef>
          </c:xVal>
          <c:yVal>
            <c:numRef>
              <c:f>Sheet1!$B$2:$B$80</c:f>
              <c:numCache>
                <c:formatCode>General</c:formatCode>
                <c:ptCount val="79"/>
                <c:pt idx="0">
                  <c:v>0.98036698201968253</c:v>
                </c:pt>
                <c:pt idx="1">
                  <c:v>0.52548759607312268</c:v>
                </c:pt>
                <c:pt idx="2">
                  <c:v>0.28037910818514961</c:v>
                </c:pt>
                <c:pt idx="3">
                  <c:v>0.41317969055723991</c:v>
                </c:pt>
                <c:pt idx="4">
                  <c:v>0.19883254113098139</c:v>
                </c:pt>
                <c:pt idx="5">
                  <c:v>0.16097243225502489</c:v>
                </c:pt>
                <c:pt idx="6">
                  <c:v>0.1394082428834601</c:v>
                </c:pt>
                <c:pt idx="7">
                  <c:v>8.6524635615098697E-2</c:v>
                </c:pt>
                <c:pt idx="8">
                  <c:v>5.4825723702446441E-2</c:v>
                </c:pt>
                <c:pt idx="9">
                  <c:v>4.1409494083077418E-2</c:v>
                </c:pt>
                <c:pt idx="10">
                  <c:v>-8.3711915262285885E-3</c:v>
                </c:pt>
                <c:pt idx="11">
                  <c:v>-2.4421556079184201E-2</c:v>
                </c:pt>
                <c:pt idx="12">
                  <c:v>-6.0350710109757309E-2</c:v>
                </c:pt>
                <c:pt idx="13">
                  <c:v>-8.7058159555036874E-2</c:v>
                </c:pt>
                <c:pt idx="14">
                  <c:v>-0.1157523717892083</c:v>
                </c:pt>
                <c:pt idx="15">
                  <c:v>-0.14700928478927569</c:v>
                </c:pt>
                <c:pt idx="16">
                  <c:v>-0.1759244964797394</c:v>
                </c:pt>
                <c:pt idx="17">
                  <c:v>-0.20471469837674469</c:v>
                </c:pt>
                <c:pt idx="18">
                  <c:v>-0.23571266251893419</c:v>
                </c:pt>
                <c:pt idx="19">
                  <c:v>-0.2576675074950564</c:v>
                </c:pt>
                <c:pt idx="20">
                  <c:v>-0.28741314138492202</c:v>
                </c:pt>
                <c:pt idx="21">
                  <c:v>-0.29981589875018211</c:v>
                </c:pt>
                <c:pt idx="22">
                  <c:v>-0.30484754293688082</c:v>
                </c:pt>
                <c:pt idx="23">
                  <c:v>-0.31206239387361961</c:v>
                </c:pt>
                <c:pt idx="24">
                  <c:v>-0.29667949232502178</c:v>
                </c:pt>
                <c:pt idx="25">
                  <c:v>-0.26400505755984638</c:v>
                </c:pt>
                <c:pt idx="26">
                  <c:v>-0.2199391053657791</c:v>
                </c:pt>
                <c:pt idx="27">
                  <c:v>-0.1367584817256913</c:v>
                </c:pt>
                <c:pt idx="28">
                  <c:v>-0.18263930824264499</c:v>
                </c:pt>
                <c:pt idx="29">
                  <c:v>-1.562622418229337E-4</c:v>
                </c:pt>
                <c:pt idx="30">
                  <c:v>0.13023341697071361</c:v>
                </c:pt>
                <c:pt idx="31">
                  <c:v>0.25812290031408308</c:v>
                </c:pt>
                <c:pt idx="32">
                  <c:v>0.45228989736777991</c:v>
                </c:pt>
                <c:pt idx="33">
                  <c:v>0.4357930692667587</c:v>
                </c:pt>
                <c:pt idx="34">
                  <c:v>0.76822982715634847</c:v>
                </c:pt>
                <c:pt idx="35">
                  <c:v>0.49517272115947347</c:v>
                </c:pt>
                <c:pt idx="36">
                  <c:v>0.74204474006230536</c:v>
                </c:pt>
                <c:pt idx="37">
                  <c:v>0.68329013713688236</c:v>
                </c:pt>
                <c:pt idx="38">
                  <c:v>0.81171537673793059</c:v>
                </c:pt>
                <c:pt idx="40">
                  <c:v>-2.500195869166939E-2</c:v>
                </c:pt>
                <c:pt idx="41">
                  <c:v>0.92364378823795756</c:v>
                </c:pt>
                <c:pt idx="42">
                  <c:v>0.46793844472747648</c:v>
                </c:pt>
                <c:pt idx="43">
                  <c:v>0.28881726924358803</c:v>
                </c:pt>
                <c:pt idx="44">
                  <c:v>0.38141380911237782</c:v>
                </c:pt>
                <c:pt idx="45">
                  <c:v>0.18561722010824189</c:v>
                </c:pt>
                <c:pt idx="46">
                  <c:v>0.18666640944619589</c:v>
                </c:pt>
                <c:pt idx="47">
                  <c:v>0.15474426575951089</c:v>
                </c:pt>
                <c:pt idx="48">
                  <c:v>8.5386153567531611E-2</c:v>
                </c:pt>
                <c:pt idx="49">
                  <c:v>7.7796273250417686E-2</c:v>
                </c:pt>
                <c:pt idx="50">
                  <c:v>2.7591447270449428E-2</c:v>
                </c:pt>
                <c:pt idx="51">
                  <c:v>-4.6655440772847339E-3</c:v>
                </c:pt>
                <c:pt idx="52">
                  <c:v>-4.0036618672775942E-2</c:v>
                </c:pt>
                <c:pt idx="53">
                  <c:v>-7.4054908717628459E-2</c:v>
                </c:pt>
                <c:pt idx="54">
                  <c:v>-0.10749726078547669</c:v>
                </c:pt>
                <c:pt idx="55">
                  <c:v>-0.1489625628120623</c:v>
                </c:pt>
                <c:pt idx="56">
                  <c:v>-0.1833849023679143</c:v>
                </c:pt>
                <c:pt idx="57">
                  <c:v>-0.2294420819863538</c:v>
                </c:pt>
                <c:pt idx="58">
                  <c:v>-0.2751086060002359</c:v>
                </c:pt>
                <c:pt idx="59">
                  <c:v>-0.3273493057593832</c:v>
                </c:pt>
                <c:pt idx="60">
                  <c:v>-0.38119280965608549</c:v>
                </c:pt>
                <c:pt idx="61">
                  <c:v>-0.44702832445382767</c:v>
                </c:pt>
                <c:pt idx="62">
                  <c:v>-0.51644001227157466</c:v>
                </c:pt>
                <c:pt idx="63">
                  <c:v>-0.6227429830659762</c:v>
                </c:pt>
                <c:pt idx="64">
                  <c:v>-0.7566351688130869</c:v>
                </c:pt>
                <c:pt idx="65">
                  <c:v>-0.84168201008408861</c:v>
                </c:pt>
                <c:pt idx="66">
                  <c:v>-0.86177063742929694</c:v>
                </c:pt>
                <c:pt idx="67">
                  <c:v>-0.86511911403978836</c:v>
                </c:pt>
                <c:pt idx="68">
                  <c:v>-0.84259949267536327</c:v>
                </c:pt>
                <c:pt idx="69">
                  <c:v>-0.78111476515351941</c:v>
                </c:pt>
                <c:pt idx="70">
                  <c:v>-0.67488992548002946</c:v>
                </c:pt>
                <c:pt idx="71">
                  <c:v>-0.53612235778804329</c:v>
                </c:pt>
                <c:pt idx="72">
                  <c:v>-0.46995199532925191</c:v>
                </c:pt>
                <c:pt idx="73">
                  <c:v>-0.21532713691426211</c:v>
                </c:pt>
                <c:pt idx="74">
                  <c:v>2.5001958691669391E-3</c:v>
                </c:pt>
                <c:pt idx="75">
                  <c:v>8.7997965323714927E-2</c:v>
                </c:pt>
                <c:pt idx="76">
                  <c:v>0.44751273740347869</c:v>
                </c:pt>
                <c:pt idx="77">
                  <c:v>0.80113419064877756</c:v>
                </c:pt>
                <c:pt idx="78">
                  <c:v>0.80439337454965598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Exp.</c:v>
                </c:pt>
              </c:strCache>
            </c:strRef>
          </c:tx>
          <c:spPr>
            <a:ln cap="rnd" cmpd="sng">
              <a:noFill/>
            </a:ln>
          </c:spPr>
          <c:marker>
            <c:symbol val="square"/>
            <c:size val="5"/>
            <c:spPr>
              <a:noFill/>
              <a:ln w="25400" cap="rnd" cmpd="sng">
                <a:solidFill>
                  <a:schemeClr val="tx1"/>
                </a:solidFill>
              </a:ln>
            </c:spPr>
          </c:marker>
          <c:xVal>
            <c:numRef>
              <c:f>Sheet1!$A$2:$A$80</c:f>
              <c:numCache>
                <c:formatCode>General</c:formatCode>
                <c:ptCount val="27"/>
                <c:pt idx="0">
                  <c:v>0.01</c:v>
                </c:pt>
                <c:pt idx="1">
                  <c:v>0.03</c:v>
                </c:pt>
                <c:pt idx="2">
                  <c:v>0.04</c:v>
                </c:pt>
                <c:pt idx="3">
                  <c:v>0.06</c:v>
                </c:pt>
                <c:pt idx="4">
                  <c:v>0.1</c:v>
                </c:pt>
                <c:pt idx="5">
                  <c:v>0.13</c:v>
                </c:pt>
                <c:pt idx="6">
                  <c:v>0.17</c:v>
                </c:pt>
                <c:pt idx="7">
                  <c:v>0.21</c:v>
                </c:pt>
                <c:pt idx="8">
                  <c:v>0.26</c:v>
                </c:pt>
                <c:pt idx="9">
                  <c:v>0.3</c:v>
                </c:pt>
                <c:pt idx="10">
                  <c:v>0.35</c:v>
                </c:pt>
                <c:pt idx="11">
                  <c:v>0.42</c:v>
                </c:pt>
                <c:pt idx="12">
                  <c:v>0.47</c:v>
                </c:pt>
                <c:pt idx="13">
                  <c:v>0.52</c:v>
                </c:pt>
                <c:pt idx="14">
                  <c:v>0.65</c:v>
                </c:pt>
                <c:pt idx="15">
                  <c:v>0.73</c:v>
                </c:pt>
                <c:pt idx="16">
                  <c:v>0.8</c:v>
                </c:pt>
                <c:pt idx="17">
                  <c:v>0.87</c:v>
                </c:pt>
                <c:pt idx="18">
                  <c:v>0.01</c:v>
                </c:pt>
                <c:pt idx="19">
                  <c:v>0.04</c:v>
                </c:pt>
                <c:pt idx="20">
                  <c:v>0.14000000000000001</c:v>
                </c:pt>
                <c:pt idx="21">
                  <c:v>0.28000000000000003</c:v>
                </c:pt>
                <c:pt idx="22">
                  <c:v>0.45</c:v>
                </c:pt>
                <c:pt idx="23">
                  <c:v>0.56999999999999995</c:v>
                </c:pt>
                <c:pt idx="24">
                  <c:v>0.69</c:v>
                </c:pt>
                <c:pt idx="25">
                  <c:v>0.79</c:v>
                </c:pt>
                <c:pt idx="26">
                  <c:v>0.9</c:v>
                </c:pt>
              </c:numCache>
            </c:numRef>
          </c:xVal>
          <c:yVal>
            <c:numRef>
              <c:f>Sheet1!$C$2:$C$80</c:f>
              <c:numCache>
                <c:formatCode>General</c:formatCode>
                <c:ptCount val="27"/>
                <c:pt idx="0">
                  <c:v>-0.44450000000000001</c:v>
                </c:pt>
                <c:pt idx="1">
                  <c:v>-0.85309999999999997</c:v>
                </c:pt>
                <c:pt idx="2">
                  <c:v>-0.91710000000000003</c:v>
                </c:pt>
                <c:pt idx="3">
                  <c:v>-0.9325</c:v>
                </c:pt>
                <c:pt idx="4">
                  <c:v>-1.046</c:v>
                </c:pt>
                <c:pt idx="5">
                  <c:v>-1.1080000000000001</c:v>
                </c:pt>
                <c:pt idx="6">
                  <c:v>-1.1659999999999999</c:v>
                </c:pt>
                <c:pt idx="7">
                  <c:v>-1.208</c:v>
                </c:pt>
                <c:pt idx="8">
                  <c:v>-1.1719999999999999</c:v>
                </c:pt>
                <c:pt idx="9">
                  <c:v>-1.0760000000000001</c:v>
                </c:pt>
                <c:pt idx="10">
                  <c:v>-0.57709999999999995</c:v>
                </c:pt>
                <c:pt idx="11">
                  <c:v>-0.27510000000000001</c:v>
                </c:pt>
                <c:pt idx="12">
                  <c:v>-0.21110000000000001</c:v>
                </c:pt>
                <c:pt idx="13">
                  <c:v>-0.1673</c:v>
                </c:pt>
                <c:pt idx="14">
                  <c:v>-9.98E-2</c:v>
                </c:pt>
                <c:pt idx="15">
                  <c:v>-5.006E-2</c:v>
                </c:pt>
                <c:pt idx="16">
                  <c:v>6.794E-2</c:v>
                </c:pt>
                <c:pt idx="17">
                  <c:v>7.1940000000000004E-2</c:v>
                </c:pt>
                <c:pt idx="18">
                  <c:v>0.70209999999999995</c:v>
                </c:pt>
                <c:pt idx="19">
                  <c:v>0.27450000000000002</c:v>
                </c:pt>
                <c:pt idx="20">
                  <c:v>-0.18859999999999999</c:v>
                </c:pt>
                <c:pt idx="21">
                  <c:v>-0.30349999999999999</c:v>
                </c:pt>
                <c:pt idx="22">
                  <c:v>-0.25140000000000001</c:v>
                </c:pt>
                <c:pt idx="23">
                  <c:v>-0.15429999999999999</c:v>
                </c:pt>
                <c:pt idx="24">
                  <c:v>-9.98E-2</c:v>
                </c:pt>
                <c:pt idx="25">
                  <c:v>-2.163E-2</c:v>
                </c:pt>
                <c:pt idx="26">
                  <c:v>7.3120000000000004E-2</c:v>
                </c:pt>
              </c:numCache>
            </c:numRef>
          </c:yVal>
          <c:smooth val="0"/>
        </c:ser>
        <c:dLbls>
          <c:delete val="0"/>
          <c:dLblPos val="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50010001"/>
        <c:axId val="50010002"/>
      </c:scatterChart>
      <c:valAx>
        <c:axId val="50010001"/>
        <c:scaling>
          <c:orientation val="minMax"/>
        </c:scaling>
        <c:axPos val="b"/>
        <c:crossAx val="50010002"/>
        <c:delete val="0"/>
        <c:title>
          <c:tx>
            <c:rich>
              <a:bodyPr rot="0" vert="horz" wrap="none" lIns="0" tIns="0" rIns="0" bIns="0" anchor="ctr" anchorCtr="1"/>
              <a:p>
                <a:pPr algn="l">
                  <a:defRPr b="0" i="0" u="none"/>
                </a:pPr>
                <a:r>
                  <a:rPr b="0" i="0" u="none"/>
                  <a:t>X/C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crosses val="autoZero"/>
        <c:crossBetween val="midCat"/>
      </c:valAx>
      <c:valAx>
        <c:axId val="50010002"/>
        <c:scaling>
          <c:orientation val="minMax"/>
        </c:scaling>
        <c:axPos val="l"/>
        <c:crossAx val="50010001"/>
        <c:delete val="0"/>
        <c:majorGridlines/>
        <c:title>
          <c:tx>
            <c:rich>
              <a:bodyPr vert="vert270" wrap="none" lIns="0" tIns="0" rIns="0" bIns="0" anchor="ctr" anchorCtr="1"/>
              <a:p>
                <a:pPr algn="l">
                  <a:defRPr b="0" i="0" u="none"/>
                </a:pPr>
                <a:r>
                  <a:rPr b="0" i="0" u="none"/>
                  <a:t>Cp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es val="autoZero"/>
        <c:crossBetween val="midCat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legend>
      <c:legendPos val="r"/>
      <c:layout/>
      <c:overlay val="0"/>
    </c:legend>
    <c:plotVisOnly val="0"/>
    <c:dispBlanksAs val="gap"/>
  </c:chart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4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 wrap="none" lIns="0" tIns="0" rIns="0" bIns="0" anchor="ctr" anchorCtr="1"/>
          <a:p>
            <a:pPr algn="l">
              <a:defRPr b="0" i="0" u="none"/>
            </a:pPr>
            <a:r>
              <a:rPr b="0" i="0" u="none"/>
              <a:t>Section 96%</a:t>
            </a:r>
            <a:endParaRPr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SU2</c:v>
                </c:pt>
              </c:strCache>
            </c:strRef>
          </c:tx>
          <c:spPr>
            <a:ln w="25400" cap="rnd" cmpd="sng">
              <a:solidFill>
                <a:schemeClr val="accent2"/>
              </a:solidFill>
            </a:ln>
          </c:spPr>
          <c:marker>
            <c:symbol val="none"/>
            <c:size val="7"/>
          </c:marker>
          <c:xVal>
            <c:numRef>
              <c:f>Sheet1!$A$2:$A$80</c:f>
              <c:numCache>
                <c:formatCode>General</c:formatCode>
                <c:ptCount val="79"/>
                <c:pt idx="0">
                  <c:v>0.99394185391386525</c:v>
                </c:pt>
                <c:pt idx="1">
                  <c:v>0.9865993808574699</c:v>
                </c:pt>
                <c:pt idx="2">
                  <c:v>0.97773025498736865</c:v>
                </c:pt>
                <c:pt idx="3">
                  <c:v>0.96704368529142715</c:v>
                </c:pt>
                <c:pt idx="4">
                  <c:v>0.95423676446533834</c:v>
                </c:pt>
                <c:pt idx="5">
                  <c:v>0.93895206189002045</c:v>
                </c:pt>
                <c:pt idx="6">
                  <c:v>0.92081397250813313</c:v>
                </c:pt>
                <c:pt idx="7">
                  <c:v>0.8994468912623359</c:v>
                </c:pt>
                <c:pt idx="8">
                  <c:v>0.87448127124137465</c:v>
                </c:pt>
                <c:pt idx="9">
                  <c:v>0.84559360744424983</c:v>
                </c:pt>
                <c:pt idx="10">
                  <c:v>0.81252824610612651</c:v>
                </c:pt>
                <c:pt idx="11">
                  <c:v>0.77516341849067349</c:v>
                </c:pt>
                <c:pt idx="12">
                  <c:v>0.73354092580588481</c:v>
                </c:pt>
                <c:pt idx="13">
                  <c:v>0.6879109694851181</c:v>
                </c:pt>
                <c:pt idx="14">
                  <c:v>0.63875759540065535</c:v>
                </c:pt>
                <c:pt idx="15">
                  <c:v>0.58679929967831246</c:v>
                </c:pt>
                <c:pt idx="16">
                  <c:v>0.53296419029848474</c:v>
                </c:pt>
                <c:pt idx="17">
                  <c:v>0.47833182889372183</c:v>
                </c:pt>
                <c:pt idx="18">
                  <c:v>0.42405205159117204</c:v>
                </c:pt>
                <c:pt idx="19">
                  <c:v>0.37125227937746486</c:v>
                </c:pt>
                <c:pt idx="20">
                  <c:v>0.32094664590741939</c:v>
                </c:pt>
                <c:pt idx="21">
                  <c:v>0.27396529893921856</c:v>
                </c:pt>
                <c:pt idx="22">
                  <c:v>0.23091047877528517</c:v>
                </c:pt>
                <c:pt idx="23">
                  <c:v>0.19214446255156997</c:v>
                </c:pt>
                <c:pt idx="24">
                  <c:v>0.15780380088085444</c:v>
                </c:pt>
                <c:pt idx="25">
                  <c:v>0.12783354637813735</c:v>
                </c:pt>
                <c:pt idx="26">
                  <c:v>0.10203371964111542</c:v>
                </c:pt>
                <c:pt idx="27">
                  <c:v>8.0103230809307716E-2</c:v>
                </c:pt>
                <c:pt idx="28">
                  <c:v>6.1685255078240943E-2</c:v>
                </c:pt>
                <c:pt idx="29">
                  <c:v>4.6402975761357518E-2</c:v>
                </c:pt>
                <c:pt idx="30">
                  <c:v>3.3885634318185934E-2</c:v>
                </c:pt>
                <c:pt idx="31">
                  <c:v>2.3788522236425195E-2</c:v>
                </c:pt>
                <c:pt idx="32">
                  <c:v>1.5808732211768557E-2</c:v>
                </c:pt>
                <c:pt idx="33">
                  <c:v>9.6900046647725082E-3</c:v>
                </c:pt>
                <c:pt idx="34">
                  <c:v>5.2287858869428687E-3</c:v>
                </c:pt>
                <c:pt idx="35">
                  <c:v>2.4141712153247044E-3</c:v>
                </c:pt>
                <c:pt idx="36">
                  <c:v>8.3784160371243744E-4</c:v>
                </c:pt>
                <c:pt idx="37">
                  <c:v>1.3206758467775129E-4</c:v>
                </c:pt>
                <c:pt idx="38">
                  <c:v>0</c:v>
                </c:pt>
                <c:pt idx="40">
                  <c:v>1</c:v>
                </c:pt>
                <c:pt idx="41">
                  <c:v>0.99417206346513831</c:v>
                </c:pt>
                <c:pt idx="42">
                  <c:v>0.98712038142087744</c:v>
                </c:pt>
                <c:pt idx="43">
                  <c:v>0.97858445358551371</c:v>
                </c:pt>
                <c:pt idx="44">
                  <c:v>0.96830983782342916</c:v>
                </c:pt>
                <c:pt idx="45">
                  <c:v>0.95597545239205883</c:v>
                </c:pt>
                <c:pt idx="46">
                  <c:v>0.94125415740275153</c:v>
                </c:pt>
                <c:pt idx="47">
                  <c:v>0.9237703477981668</c:v>
                </c:pt>
                <c:pt idx="48">
                  <c:v>0.9031544766670504</c:v>
                </c:pt>
                <c:pt idx="49">
                  <c:v>0.87904911339032021</c:v>
                </c:pt>
                <c:pt idx="50">
                  <c:v>0.85111681923097871</c:v>
                </c:pt>
                <c:pt idx="51">
                  <c:v>0.81911345090175502</c:v>
                </c:pt>
                <c:pt idx="52">
                  <c:v>0.78289967104266733</c:v>
                </c:pt>
                <c:pt idx="53">
                  <c:v>0.74250031805266947</c:v>
                </c:pt>
                <c:pt idx="54">
                  <c:v>0.69813954333694794</c:v>
                </c:pt>
                <c:pt idx="55">
                  <c:v>0.6502632264474425</c:v>
                </c:pt>
                <c:pt idx="56">
                  <c:v>0.59954685067275715</c:v>
                </c:pt>
                <c:pt idx="57">
                  <c:v>0.54686763556616391</c:v>
                </c:pt>
                <c:pt idx="58">
                  <c:v>0.49325061944543724</c:v>
                </c:pt>
                <c:pt idx="59">
                  <c:v>0.43979475001060175</c:v>
                </c:pt>
                <c:pt idx="60">
                  <c:v>0.38758322378185822</c:v>
                </c:pt>
                <c:pt idx="61">
                  <c:v>0.33760230694202953</c:v>
                </c:pt>
                <c:pt idx="62">
                  <c:v>0.29066881932790922</c:v>
                </c:pt>
                <c:pt idx="63">
                  <c:v>0.2473920044587955</c:v>
                </c:pt>
                <c:pt idx="64">
                  <c:v>0.20815583974991972</c:v>
                </c:pt>
                <c:pt idx="65">
                  <c:v>0.17313030466416665</c:v>
                </c:pt>
                <c:pt idx="66">
                  <c:v>0.14230161086104429</c:v>
                </c:pt>
                <c:pt idx="67">
                  <c:v>0.11550824816589626</c:v>
                </c:pt>
                <c:pt idx="68">
                  <c:v>9.248971629701877E-2</c:v>
                </c:pt>
                <c:pt idx="69">
                  <c:v>7.2921298624195011E-2</c:v>
                </c:pt>
                <c:pt idx="70">
                  <c:v>5.6451622674429172E-2</c:v>
                </c:pt>
                <c:pt idx="71">
                  <c:v>4.2729315974725422E-2</c:v>
                </c:pt>
                <c:pt idx="72">
                  <c:v>3.1422997934172185E-2</c:v>
                </c:pt>
                <c:pt idx="73">
                  <c:v>2.2237031023766122E-2</c:v>
                </c:pt>
                <c:pt idx="74">
                  <c:v>1.4922425439367035E-2</c:v>
                </c:pt>
                <c:pt idx="75">
                  <c:v>9.2810798039583836E-3</c:v>
                </c:pt>
                <c:pt idx="76">
                  <c:v>5.1603288361695534E-3</c:v>
                </c:pt>
                <c:pt idx="77">
                  <c:v>2.2560536024765813E-3</c:v>
                </c:pt>
                <c:pt idx="78">
                  <c:v>5.9672738948427818E-4</c:v>
                </c:pt>
              </c:numCache>
            </c:numRef>
          </c:xVal>
          <c:yVal>
            <c:numRef>
              <c:f>Sheet1!$B$2:$B$80</c:f>
              <c:numCache>
                <c:formatCode>General</c:formatCode>
                <c:ptCount val="79"/>
                <c:pt idx="0">
                  <c:v>0.85988088406086138</c:v>
                </c:pt>
                <c:pt idx="1">
                  <c:v>0.46090570874132292</c:v>
                </c:pt>
                <c:pt idx="2">
                  <c:v>0.245920802964784</c:v>
                </c:pt>
                <c:pt idx="3">
                  <c:v>0.36240032978305631</c:v>
                </c:pt>
                <c:pt idx="4">
                  <c:v>0.1743962254782907</c:v>
                </c:pt>
                <c:pt idx="5">
                  <c:v>0.14118908520533899</c:v>
                </c:pt>
                <c:pt idx="6">
                  <c:v>0.1222751126206271</c:v>
                </c:pt>
                <c:pt idx="7">
                  <c:v>7.5890846520024105E-2</c:v>
                </c:pt>
                <c:pt idx="8">
                  <c:v>4.8087698414132921E-2</c:v>
                </c:pt>
                <c:pt idx="9">
                  <c:v>3.6320309673540947E-2</c:v>
                </c:pt>
                <c:pt idx="10">
                  <c:v>-7.3423806617670387E-3</c:v>
                </c:pt>
                <c:pt idx="11">
                  <c:v>-2.1420171850595041E-2</c:v>
                </c:pt>
                <c:pt idx="12">
                  <c:v>-5.2933669650899171E-2</c:v>
                </c:pt>
                <c:pt idx="13">
                  <c:v>-7.6358800914200609E-2</c:v>
                </c:pt>
                <c:pt idx="14">
                  <c:v>-0.10152652385456171</c:v>
                </c:pt>
                <c:pt idx="15">
                  <c:v>-0.12894199426151151</c:v>
                </c:pt>
                <c:pt idx="16">
                  <c:v>-0.15430355605134319</c:v>
                </c:pt>
                <c:pt idx="17">
                  <c:v>-0.1795554716232923</c:v>
                </c:pt>
                <c:pt idx="18">
                  <c:v>-0.20674381772177169</c:v>
                </c:pt>
                <c:pt idx="19">
                  <c:v>-0.226000434737366</c:v>
                </c:pt>
                <c:pt idx="20">
                  <c:v>-0.25209036068884488</c:v>
                </c:pt>
                <c:pt idx="21">
                  <c:v>-0.26296883187731879</c:v>
                </c:pt>
                <c:pt idx="22">
                  <c:v>-0.26738209214708503</c:v>
                </c:pt>
                <c:pt idx="23">
                  <c:v>-0.27371024529344001</c:v>
                </c:pt>
                <c:pt idx="24">
                  <c:v>-0.26021788658937672</c:v>
                </c:pt>
                <c:pt idx="25">
                  <c:v>-0.2315591063903677</c:v>
                </c:pt>
                <c:pt idx="26">
                  <c:v>-0.19290881458682599</c:v>
                </c:pt>
                <c:pt idx="27">
                  <c:v>-0.1199510043951558</c:v>
                </c:pt>
                <c:pt idx="28">
                  <c:v>-0.16019312432616861</c:v>
                </c:pt>
                <c:pt idx="29">
                  <c:v>-1.3705777235298471E-4</c:v>
                </c:pt>
                <c:pt idx="30">
                  <c:v>0.11422786341533039</c:v>
                </c:pt>
                <c:pt idx="31">
                  <c:v>0.22639986024536601</c:v>
                </c:pt>
                <c:pt idx="32">
                  <c:v>0.39670393223483191</c:v>
                </c:pt>
                <c:pt idx="33">
                  <c:v>0.38223454741070972</c:v>
                </c:pt>
                <c:pt idx="34">
                  <c:v>0.67381516825080223</c:v>
                </c:pt>
                <c:pt idx="35">
                  <c:v>0.43431650090484392</c:v>
                </c:pt>
                <c:pt idx="36">
                  <c:v>0.65084820154079503</c:v>
                </c:pt>
                <c:pt idx="37">
                  <c:v>0.59931447913607272</c:v>
                </c:pt>
                <c:pt idx="38">
                  <c:v>0.71195638832846142</c:v>
                </c:pt>
                <c:pt idx="40">
                  <c:v>-2.1929243576477551E-2</c:v>
                </c:pt>
                <c:pt idx="41">
                  <c:v>0.81012891269672793</c:v>
                </c:pt>
                <c:pt idx="42">
                  <c:v>0.41042928915189508</c:v>
                </c:pt>
                <c:pt idx="43">
                  <c:v>0.25332192267184522</c:v>
                </c:pt>
                <c:pt idx="44">
                  <c:v>0.33453844263187099</c:v>
                </c:pt>
                <c:pt idx="45">
                  <c:v>0.1628050538735811</c:v>
                </c:pt>
                <c:pt idx="46">
                  <c:v>0.1637252989165226</c:v>
                </c:pt>
                <c:pt idx="47">
                  <c:v>0.1357263539929843</c:v>
                </c:pt>
                <c:pt idx="48">
                  <c:v>7.4892282750023798E-2</c:v>
                </c:pt>
                <c:pt idx="49">
                  <c:v>6.8235190950021674E-2</c:v>
                </c:pt>
                <c:pt idx="50">
                  <c:v>2.420048666118416E-2</c:v>
                </c:pt>
                <c:pt idx="51">
                  <c:v>-4.092153488824829E-3</c:v>
                </c:pt>
                <c:pt idx="52">
                  <c:v>-3.5116159245011158E-2</c:v>
                </c:pt>
                <c:pt idx="53">
                  <c:v>-6.495363628625582E-2</c:v>
                </c:pt>
                <c:pt idx="54">
                  <c:v>-9.428595753797113E-2</c:v>
                </c:pt>
                <c:pt idx="55">
                  <c:v>-0.1306552164159239</c:v>
                </c:pt>
                <c:pt idx="56">
                  <c:v>-0.1608470856971099</c:v>
                </c:pt>
                <c:pt idx="57">
                  <c:v>-0.20124388511406391</c:v>
                </c:pt>
                <c:pt idx="58">
                  <c:v>-0.24129804010013539</c:v>
                </c:pt>
                <c:pt idx="59">
                  <c:v>-0.28711841136591493</c:v>
                </c:pt>
                <c:pt idx="60">
                  <c:v>-0.33434460378240038</c:v>
                </c:pt>
                <c:pt idx="61">
                  <c:v>-0.39208900124288931</c:v>
                </c:pt>
                <c:pt idx="62">
                  <c:v>-0.45297006372208498</c:v>
                </c:pt>
                <c:pt idx="63">
                  <c:v>-0.54620850828564405</c:v>
                </c:pt>
                <c:pt idx="64">
                  <c:v>-0.66364548154221092</c:v>
                </c:pt>
                <c:pt idx="65">
                  <c:v>-0.73824015312941105</c:v>
                </c:pt>
                <c:pt idx="66">
                  <c:v>-0.75585990874947551</c:v>
                </c:pt>
                <c:pt idx="67">
                  <c:v>-0.75879686101418231</c:v>
                </c:pt>
                <c:pt idx="68">
                  <c:v>-0.73904487804994068</c:v>
                </c:pt>
                <c:pt idx="69">
                  <c:v>-0.68511656056539405</c:v>
                </c:pt>
                <c:pt idx="70">
                  <c:v>-0.59194664488801152</c:v>
                </c:pt>
                <c:pt idx="71">
                  <c:v>-0.47023346913403158</c:v>
                </c:pt>
                <c:pt idx="72">
                  <c:v>-0.41219537644707199</c:v>
                </c:pt>
                <c:pt idx="73">
                  <c:v>-0.18886365233423641</c:v>
                </c:pt>
                <c:pt idx="74">
                  <c:v>2.1929243576477549E-3</c:v>
                </c:pt>
                <c:pt idx="75">
                  <c:v>7.7183105516495112E-2</c:v>
                </c:pt>
                <c:pt idx="76">
                  <c:v>0.39251388033718349</c:v>
                </c:pt>
                <c:pt idx="77">
                  <c:v>0.70267561917198795</c:v>
                </c:pt>
                <c:pt idx="78">
                  <c:v>0.70553425270963588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Exp.</c:v>
                </c:pt>
              </c:strCache>
            </c:strRef>
          </c:tx>
          <c:spPr>
            <a:ln cap="rnd" cmpd="sng">
              <a:noFill/>
            </a:ln>
          </c:spPr>
          <c:marker>
            <c:size val="7"/>
            <c:spPr>
              <a:noFill/>
              <a:ln w="25400" cap="rnd" cmpd="sng">
                <a:solidFill>
                  <a:schemeClr val="tx1"/>
                </a:solidFill>
              </a:ln>
            </c:spPr>
          </c:marker>
          <c:xVal>
            <c:numRef>
              <c:f>Sheet1!$A$2:$A$80</c:f>
              <c:numCache>
                <c:formatCode>General</c:formatCode>
                <c:ptCount val="25"/>
                <c:pt idx="0">
                  <c:v>0</c:v>
                </c:pt>
                <c:pt idx="1">
                  <c:v>0.02</c:v>
                </c:pt>
                <c:pt idx="2">
                  <c:v>7.0000000000000007E-2</c:v>
                </c:pt>
                <c:pt idx="3">
                  <c:v>0.12</c:v>
                </c:pt>
                <c:pt idx="4">
                  <c:v>0.15</c:v>
                </c:pt>
                <c:pt idx="5">
                  <c:v>0.19</c:v>
                </c:pt>
                <c:pt idx="6">
                  <c:v>0.23</c:v>
                </c:pt>
                <c:pt idx="7">
                  <c:v>0.28999999999999998</c:v>
                </c:pt>
                <c:pt idx="8">
                  <c:v>0.33</c:v>
                </c:pt>
                <c:pt idx="9">
                  <c:v>0.39</c:v>
                </c:pt>
                <c:pt idx="10">
                  <c:v>0.44</c:v>
                </c:pt>
                <c:pt idx="11">
                  <c:v>0.5</c:v>
                </c:pt>
                <c:pt idx="12">
                  <c:v>0.61</c:v>
                </c:pt>
                <c:pt idx="13">
                  <c:v>0.69</c:v>
                </c:pt>
                <c:pt idx="14">
                  <c:v>0.76</c:v>
                </c:pt>
                <c:pt idx="15">
                  <c:v>0.9</c:v>
                </c:pt>
                <c:pt idx="16">
                  <c:v>0</c:v>
                </c:pt>
                <c:pt idx="17">
                  <c:v>7.0000000000000007E-2</c:v>
                </c:pt>
                <c:pt idx="18">
                  <c:v>0.16</c:v>
                </c:pt>
                <c:pt idx="19">
                  <c:v>0.24</c:v>
                </c:pt>
                <c:pt idx="20">
                  <c:v>0.39</c:v>
                </c:pt>
                <c:pt idx="21">
                  <c:v>0.51</c:v>
                </c:pt>
                <c:pt idx="22">
                  <c:v>0.63</c:v>
                </c:pt>
                <c:pt idx="23">
                  <c:v>0.74</c:v>
                </c:pt>
                <c:pt idx="24">
                  <c:v>0.85</c:v>
                </c:pt>
              </c:numCache>
            </c:numRef>
          </c:xVal>
          <c:yVal>
            <c:numRef>
              <c:f>Sheet1!$C$2:$C$80</c:f>
              <c:numCache>
                <c:formatCode>General</c:formatCode>
                <c:ptCount val="25"/>
                <c:pt idx="0">
                  <c:v>1.0920000000000001</c:v>
                </c:pt>
                <c:pt idx="1">
                  <c:v>-0.49840000000000001</c:v>
                </c:pt>
                <c:pt idx="2">
                  <c:v>-0.8911</c:v>
                </c:pt>
                <c:pt idx="3">
                  <c:v>-0.97209999999999996</c:v>
                </c:pt>
                <c:pt idx="4">
                  <c:v>-1.0620000000000001</c:v>
                </c:pt>
                <c:pt idx="5">
                  <c:v>-1.0900000000000001</c:v>
                </c:pt>
                <c:pt idx="6">
                  <c:v>-1.028</c:v>
                </c:pt>
                <c:pt idx="7">
                  <c:v>-0.96760000000000002</c:v>
                </c:pt>
                <c:pt idx="8">
                  <c:v>-0.66049999999999998</c:v>
                </c:pt>
                <c:pt idx="9">
                  <c:v>-0.22389999999999999</c:v>
                </c:pt>
                <c:pt idx="10">
                  <c:v>-0.19470000000000001</c:v>
                </c:pt>
                <c:pt idx="11">
                  <c:v>-0.19020000000000001</c:v>
                </c:pt>
                <c:pt idx="12">
                  <c:v>-0.1474</c:v>
                </c:pt>
                <c:pt idx="13">
                  <c:v>-0.1103</c:v>
                </c:pt>
                <c:pt idx="14">
                  <c:v>-6.5269999999999995E-2</c:v>
                </c:pt>
                <c:pt idx="15">
                  <c:v>6.0740000000000002E-2</c:v>
                </c:pt>
                <c:pt idx="16">
                  <c:v>1.141</c:v>
                </c:pt>
                <c:pt idx="17">
                  <c:v>0.87739999999999996</c:v>
                </c:pt>
                <c:pt idx="18">
                  <c:v>-0.2487</c:v>
                </c:pt>
                <c:pt idx="19">
                  <c:v>-0.32629999999999998</c:v>
                </c:pt>
                <c:pt idx="20">
                  <c:v>-0.25879999999999997</c:v>
                </c:pt>
                <c:pt idx="21">
                  <c:v>-0.17549999999999999</c:v>
                </c:pt>
                <c:pt idx="22">
                  <c:v>-0.1227</c:v>
                </c:pt>
                <c:pt idx="23">
                  <c:v>-6.6400000000000001E-2</c:v>
                </c:pt>
                <c:pt idx="24">
                  <c:v>-1.1270000000000001E-2</c:v>
                </c:pt>
              </c:numCache>
            </c:numRef>
          </c:yVal>
          <c:smooth val="0"/>
        </c:ser>
        <c:dLbls>
          <c:delete val="0"/>
          <c:dLblPos val="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50010001"/>
        <c:axId val="50010002"/>
      </c:scatterChart>
      <c:valAx>
        <c:axId val="50010001"/>
        <c:scaling>
          <c:orientation val="minMax"/>
        </c:scaling>
        <c:axPos val="b"/>
        <c:crossAx val="50010002"/>
        <c:delete val="0"/>
        <c:title>
          <c:tx>
            <c:rich>
              <a:bodyPr rot="0" vert="horz" wrap="none" lIns="0" tIns="0" rIns="0" bIns="0" anchor="ctr" anchorCtr="1"/>
              <a:p>
                <a:pPr algn="l">
                  <a:defRPr b="0" i="0" u="none"/>
                </a:pPr>
                <a:r>
                  <a:rPr b="0" i="0" u="none"/>
                  <a:t>X/C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crosses val="autoZero"/>
        <c:crossBetween val="midCat"/>
      </c:valAx>
      <c:valAx>
        <c:axId val="50010002"/>
        <c:scaling>
          <c:orientation val="minMax"/>
        </c:scaling>
        <c:axPos val="l"/>
        <c:crossAx val="50010001"/>
        <c:delete val="0"/>
        <c:majorGridlines/>
        <c:title>
          <c:tx>
            <c:rich>
              <a:bodyPr vert="vert270" wrap="none" lIns="0" tIns="0" rIns="0" bIns="0" anchor="ctr" anchorCtr="1"/>
              <a:p>
                <a:pPr algn="l">
                  <a:defRPr b="0" i="0" u="none"/>
                </a:pPr>
                <a:r>
                  <a:rPr b="0" i="0" u="none"/>
                  <a:t>Cp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es val="autoZero"/>
        <c:crossBetween val="midCat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legend>
      <c:legendPos val="r"/>
      <c:layout/>
      <c:overlay val="0"/>
    </c:legend>
    <c:plotVisOnly val="0"/>
    <c:dispBlanksAs val="gap"/>
  </c:chart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3333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chart" Target="../charts/char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chart" Target="../charts/char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chart" Target="../charts/chart3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chart" Target="../charts/chart4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90849"/>
            <a:ext cx="6400800" cy="17526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학번</a:t>
            </a:r>
            <a:r>
              <a:rPr lang="en-US" altLang="ko-KR"/>
              <a:t>: 2019012825</a:t>
            </a:r>
            <a:endParaRPr lang="en-US" altLang="ko-KR"/>
          </a:p>
          <a:p>
            <a:pPr lvl="0">
              <a:defRPr/>
            </a:pPr>
            <a:r>
              <a:rPr/>
              <a:t>이름: </a:t>
            </a:r>
            <a:r>
              <a:rPr lang="ko-KR" altLang="en-US"/>
              <a:t>한승완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담당교수님</a:t>
            </a:r>
            <a:r>
              <a:rPr lang="en-US" altLang="ko-KR"/>
              <a:t>: </a:t>
            </a:r>
            <a:r>
              <a:rPr lang="ko-KR" altLang="en-US"/>
              <a:t>임동균 교수님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37926" y="511314"/>
            <a:ext cx="4068147" cy="696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/>
              <a:t>SU2 </a:t>
            </a:r>
            <a:r>
              <a:rPr lang="ko-KR" altLang="en-US" sz="4000"/>
              <a:t>보고서 </a:t>
            </a:r>
            <a:r>
              <a:rPr lang="en-US" altLang="ko-KR" sz="4000"/>
              <a:t>9</a:t>
            </a:r>
            <a:r>
              <a:rPr lang="ko-KR" altLang="en-US" sz="4000"/>
              <a:t>주차</a:t>
            </a:r>
            <a:endParaRPr lang="ko-KR" altLang="en-US" sz="40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E360DB-8EE3-42B5-93B2-F00D68D92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734" y="5181600"/>
            <a:ext cx="1505160" cy="1476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가로 글상자 14"/>
          <p:cNvSpPr txBox="1"/>
          <p:nvPr/>
        </p:nvSpPr>
        <p:spPr>
          <a:xfrm>
            <a:off x="5558043" y="3429000"/>
            <a:ext cx="2093242" cy="33147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/>
              <a:t>해석결과 </a:t>
            </a:r>
            <a:r>
              <a:rPr lang="en-US" altLang="ko-KR" sz="1600"/>
              <a:t>[wire frame]</a:t>
            </a:r>
            <a:endParaRPr lang="en-US" altLang="ko-KR" sz="1600"/>
          </a:p>
        </p:txBody>
      </p:sp>
      <p:sp>
        <p:nvSpPr>
          <p:cNvPr id="16" name="가로 글상자 15"/>
          <p:cNvSpPr txBox="1"/>
          <p:nvPr/>
        </p:nvSpPr>
        <p:spPr>
          <a:xfrm>
            <a:off x="5301335" y="6519779"/>
            <a:ext cx="2547342" cy="338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/>
              <a:t>해석결과</a:t>
            </a:r>
            <a:r>
              <a:rPr lang="en-US" altLang="ko-KR" sz="1600"/>
              <a:t> </a:t>
            </a:r>
            <a:r>
              <a:rPr lang="ko-KR" altLang="en-US" sz="1600"/>
              <a:t>확대 </a:t>
            </a:r>
            <a:r>
              <a:rPr lang="en-US" altLang="ko-KR" sz="1600"/>
              <a:t>[wire frame]</a:t>
            </a:r>
            <a:endParaRPr lang="en-US" altLang="ko-KR" sz="1600"/>
          </a:p>
        </p:txBody>
      </p:sp>
      <p:sp>
        <p:nvSpPr>
          <p:cNvPr id="17" name="TextBox 3"/>
          <p:cNvSpPr txBox="1"/>
          <p:nvPr/>
        </p:nvSpPr>
        <p:spPr>
          <a:xfrm>
            <a:off x="187592" y="0"/>
            <a:ext cx="1650189" cy="49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700" b="1"/>
              <a:t>격자 조건</a:t>
            </a:r>
            <a:endParaRPr lang="ko-KR" altLang="en-US" sz="2700" b="1"/>
          </a:p>
        </p:txBody>
      </p:sp>
      <p:sp>
        <p:nvSpPr>
          <p:cNvPr id="20" name="직사각형 19"/>
          <p:cNvSpPr/>
          <p:nvPr/>
        </p:nvSpPr>
        <p:spPr>
          <a:xfrm>
            <a:off x="187592" y="548636"/>
            <a:ext cx="4808043" cy="55740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General Settings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SOLVER = EULER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MATH_PROBLEM = DIRECT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MACH_NUMBER = 0.0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AOA = 0.0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Rotating Mesh Setup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GRID_MOVEMENT = ROTATING_FRAME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MACH_MOTION = 0.877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ROTATION_RATE = 261.79938779914943 0.0 0.0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MOTION_ORIGIN = 0.0 0.0 0.0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Boundary Conditions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MARKER_EULER = (blade_1, blade_2)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MARKER_FAR = (farfield)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Numerical Method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NUM_METHOD_GRAD = GREEN_GAUSS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CFL_NUMBER = 1e3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CONV_NUM_METHOD_FLOW = JST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JST_SENSOR_COEFF = (0.5, 0.02)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TIME_DISCRE_FLOW = EULER_IMPLICIT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Multigrid Settings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MGLEVEL = 3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MGCYCLE = W_CYCLE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MG_PRE_SMOOTH = (1, 2, 3, 3)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Iteration Control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ITER = 99999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81678" y="246697"/>
            <a:ext cx="2845972" cy="3058482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71676" y="4097722"/>
            <a:ext cx="2606658" cy="217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15043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879381" y="998342"/>
            <a:ext cx="3103245" cy="193469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79381" y="3706336"/>
            <a:ext cx="3202217" cy="2376558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0" y="492219"/>
            <a:ext cx="6040755" cy="603050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20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해석 결과</a:t>
            </a:r>
            <a:endParaRPr xmlns:mc="http://schemas.openxmlformats.org/markup-compatibility/2006" xmlns:hp="http://schemas.haansoft.com/office/presentation/8.0" sz="20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밀도 등가면(Density Iso-Surface)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블레이드 팁에서 강한 팁 보텍스가 형성되어 양쪽으로 대칭적인 보텍스 코어가 생성됨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보텍스 롤업이 선명하게 나타나며 후류 방향으로 안정적으로 이어짐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블레이드 흡입면과 팁 주변에서 밀도 감소 구간이 형성되며 국부 가속 효과가 뚜렷함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Hover 조건에서 기대되는 유도유동 패턴을 잘 보여주는 구조 형성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압력 등가면(Pressure Iso-Surface)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블레이드 루트 및 정체점에서 고압 영역이 형성됨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Leading edge 및 보텍스 코어 내부에서 저압 영역이 집중적으로 나타남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링 형태의 압력 분포는 Hover 로터가 만드는 강한 유도유동과 하향류 구조를 반영함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팁 주변 압력 구배가 크며 강한 스월과 다운워시 효과가 확인됨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종합 유동 특성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로터 팁 보텍스가 명확하게 형성되고 후류에서 일관된 구조 유지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Hover 로터에서 예상되는 주요 보텍스 시스템과 유도유동 패턴이 정상적으로 재현됨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전반적인 유동 구조가 Caradonna–Tung 기준 Hover 조건과 잘 부합함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수치적으로 안정적이며 물리적으로 타당한 유동 결과 확인 가능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20" name="가로 글상자 19"/>
          <p:cNvSpPr txBox="1"/>
          <p:nvPr/>
        </p:nvSpPr>
        <p:spPr>
          <a:xfrm>
            <a:off x="6557030" y="3062753"/>
            <a:ext cx="1868785" cy="366247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Contour [Density]</a:t>
            </a:r>
            <a:endParaRPr lang="en-US" altLang="ko-KR"/>
          </a:p>
        </p:txBody>
      </p:sp>
      <p:sp>
        <p:nvSpPr>
          <p:cNvPr id="21" name="가로 글상자 20"/>
          <p:cNvSpPr txBox="1"/>
          <p:nvPr/>
        </p:nvSpPr>
        <p:spPr>
          <a:xfrm>
            <a:off x="6557030" y="6156473"/>
            <a:ext cx="1964035" cy="3662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Contour [Pressure]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7303968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6547169" y="736599"/>
            <a:ext cx="622299" cy="380999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15" name="직사각형 14"/>
          <p:cNvSpPr/>
          <p:nvPr/>
        </p:nvSpPr>
        <p:spPr>
          <a:xfrm>
            <a:off x="6236019" y="5270500"/>
            <a:ext cx="622299" cy="380999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35" name="직사각형 34"/>
          <p:cNvSpPr/>
          <p:nvPr/>
        </p:nvSpPr>
        <p:spPr>
          <a:xfrm>
            <a:off x="3280409" y="0"/>
            <a:ext cx="2583180" cy="3600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800" b="1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Cp 분포 해석 결과</a:t>
            </a:r>
            <a:endParaRPr xmlns:mc="http://schemas.openxmlformats.org/markup-compatibility/2006" xmlns:hp="http://schemas.haansoft.com/office/presentation/8.0" lang="en-US" altLang="ko-KR" sz="1800" b="1" u="sng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962436" y="1581101"/>
            <a:ext cx="4181563" cy="2429511"/>
          </a:xfrm>
          <a:prstGeom prst="rect">
            <a:avLst/>
          </a:prstGeom>
        </p:spPr>
      </p:pic>
      <p:sp>
        <p:nvSpPr>
          <p:cNvPr id="40" name="직사각형 39"/>
          <p:cNvSpPr/>
          <p:nvPr/>
        </p:nvSpPr>
        <p:spPr>
          <a:xfrm>
            <a:off x="0" y="1581101"/>
            <a:ext cx="4840605" cy="27034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Section 50%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상부면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Leading-edge suction peak는 실험과 매우 유사하게 재현됨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0.05 &lt; x/c &lt; 0.4 구간에서 SU2가 더 큰 가속을 예측하여 Cp가 실험보다 더 낮아짐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0.4 이후 구간에서는 SU2와 실험의 경향이 거의 동일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후연부에서 SU2가 약간 높은 Cp를 예측하는데 이는 Euler 모델 특성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하부면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전반적으로 실험과 매우 잘 일치하며 큰 차이는 없음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3167991322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1"/>
          <p:cNvGraphicFramePr/>
          <p:nvPr/>
        </p:nvGraphicFramePr>
        <p:xfrm>
          <a:off x="4572000" y="2084424"/>
          <a:ext cx="4367833" cy="2689151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7" name="직사각형 6"/>
          <p:cNvSpPr/>
          <p:nvPr/>
        </p:nvSpPr>
        <p:spPr>
          <a:xfrm>
            <a:off x="0" y="2084423"/>
            <a:ext cx="4440555" cy="25428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Section 68%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상부면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Leading-edge suction peak는 잘 맞지만 SU2가 살짝 더 깊게 예측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중간 구간에서 SU2의 Cp가 실험보다 낮게 형성되어 가속을 과예측한 경향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후연부 압력 회복은 SU2가 실험보다 조금 더 빠르게 진행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하부면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실험과 거의 동일한 패턴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차이는 대부분 상부면 shock 전후의 압력 변화에서 발생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1974482973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1"/>
          <p:cNvGraphicFramePr/>
          <p:nvPr/>
        </p:nvGraphicFramePr>
        <p:xfrm>
          <a:off x="4809808" y="1851693"/>
          <a:ext cx="4334191" cy="2676524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직사각형 7"/>
          <p:cNvSpPr/>
          <p:nvPr/>
        </p:nvSpPr>
        <p:spPr>
          <a:xfrm>
            <a:off x="0" y="1851693"/>
            <a:ext cx="4964430" cy="31546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Section 80%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상부면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스팬이 증가하며 3D 효과가 강해져 SU2와 실험 차이가 커지기 시작하는 구간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SU2 Cp가 전반적으로 실험보다 아래로 내려가 있어 가속을 더 강하게 예측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0.6 이후 영역에서는 SU2와 실험이 점차 수렴하지만 SU2가 약간 더 높은 Cp로 회복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하부면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하부면 Cp는 거의 완벽하게 일치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상부면만 차이가 커짐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3279630862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1"/>
          <p:cNvGraphicFramePr/>
          <p:nvPr/>
        </p:nvGraphicFramePr>
        <p:xfrm>
          <a:off x="4572000" y="1741857"/>
          <a:ext cx="4572000" cy="282338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5" name="직사각형 4"/>
          <p:cNvSpPr/>
          <p:nvPr/>
        </p:nvSpPr>
        <p:spPr>
          <a:xfrm>
            <a:off x="0" y="1741857"/>
            <a:ext cx="4954905" cy="2480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Section 89%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상부면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SU2의 suction 영역이 실험보다 훨씬 깊게 형성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실험에서는 tip 근처 영향으로 압력이 완만해지지만 SU2는 여전히 강한 가속을 유지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중·후연부에서는 SU2가 실험보다 높은 Cp를 예측하며 압력 회복 과대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하부면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실험과 비교적 잘 일치하지만 tip 영향이 커지며 미세한 차이 발생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1966051013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1"/>
          <p:cNvGraphicFramePr/>
          <p:nvPr/>
        </p:nvGraphicFramePr>
        <p:xfrm>
          <a:off x="4237959" y="2217420"/>
          <a:ext cx="4906040" cy="3020509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5" name="직사각형 4"/>
          <p:cNvSpPr/>
          <p:nvPr/>
        </p:nvSpPr>
        <p:spPr>
          <a:xfrm>
            <a:off x="0" y="2217420"/>
            <a:ext cx="4402455" cy="26489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Section 96% (Tip 근처)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상부면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실험에서는 tip vortex 영향으로 suction이 불규칙하고 완만하지만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SU2는 여전히 강한 가속 형태를 유지해 실험과 가장 큰 차이를 보이는 구간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Cp 분포가 전체적으로 실험보다 아래쪽에 위치해 과한 감압을 예측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후연부 압력 회복도 실험보다 과하게 예측됨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하부면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하부면은 비교적 안정적으로 실험과 맞지만 상부의 오차가 매우 큼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1019791430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07246" y="2076866"/>
            <a:ext cx="7329508" cy="270426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22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종합 결론</a:t>
            </a:r>
            <a:endParaRPr xmlns:mc="http://schemas.openxmlformats.org/markup-compatibility/2006" xmlns:hp="http://schemas.haansoft.com/office/presentation/8.0" sz="22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2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3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중간 스팬(50%~68%)에서는 SU2가 실험과 높은 일치도를 보이며 Euler 기반 모델치고 매우 양호</a:t>
            </a: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3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스팬이 증가할수록 3D 유동 및 tip vortex 영향으로 SU2가 상부면 suction을 과예측</a:t>
            </a: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3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특히 80% 이후부터는 SU2가 국부 가속을 과대 예측하고 압력 회복을 빠르게 계산하는 경향이 뚜렷</a:t>
            </a: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3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하부면은 대부분 실험과 우수하게 일치</a:t>
            </a: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3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전체 오차는 tip 근처 상부면 가속·감압 구간에서 집중적으로 발생</a:t>
            </a: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929805434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>
        <a:defPPr lvl="0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514</ep:Words>
  <ep:PresentationFormat>화면 슬라이드 쇼(4:3)</ep:PresentationFormat>
  <ep:Paragraphs>151</ep:Paragraphs>
  <ep:Slides>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Cju</dc:creator>
  <dc:description>generated using python-pptx</dc:description>
  <cp:lastModifiedBy>PC</cp:lastModifiedBy>
  <dcterms:modified xsi:type="dcterms:W3CDTF">2025-12-03T15:55:05.718</dcterms:modified>
  <cp:revision>126</cp:revision>
  <dc:title>3D Wing CFD Simulation Report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